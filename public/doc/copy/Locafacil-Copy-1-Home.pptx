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como-editar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home-01-menu-inicio | Início</a:t>
            </a:r>
          </a:p>
          <a:p>
            <a:r>
              <a:t>2 | home-01-menu-reservar | Reservar</a:t>
            </a:r>
          </a:p>
          <a:p>
            <a:r>
              <a:t>3 | home-01-menu-para-empresas | Para Empresas</a:t>
            </a:r>
          </a:p>
          <a:p>
            <a:r>
              <a:t>4 | home-01-menu-contato | Contato</a:t>
            </a:r>
          </a:p>
          <a:p>
            <a:r>
              <a:t>5 | home-01-menu-botao | Garanta seu veículo</a:t>
            </a:r>
          </a:p>
          <a:p>
            <a:r>
              <a:t>6 | home-01-menu-botao-2 | Garanta seu veículo</a:t>
            </a:r>
          </a:p>
          <a:p>
            <a:r>
              <a:t>7 | home-01-menu-whatsapp | Olá, Locafacil! Quero alugar um veículo.</a:t>
            </a:r>
          </a:p>
          <a:p>
            <a:r>
              <a:t>obs | home-01-menu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home-02-topo-titulo | Sua Liberdade⏎Sobre Rodas.</a:t>
            </a:r>
          </a:p>
          <a:p>
            <a:r>
              <a:t>2 | home-02-topo-subtitulo | Alugue carros sem caução e com o dobro da franquia. Retirada em Nova Iguaçu, contrato na hora.</a:t>
            </a:r>
          </a:p>
          <a:p>
            <a:r>
              <a:t>3 | home-02-topo-botao | Garantir meu carro agora</a:t>
            </a:r>
          </a:p>
          <a:p>
            <a:r>
              <a:t>obs | home-02-topo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| home-02-topo-whatsapp | Olá, Locafacil! Quero garantir meu veículo agora!</a:t>
            </a:r>
          </a:p>
          <a:p>
            <a:r>
              <a:t>5 | home-02-topo-botao-beneficios | Descubra os benefícios</a:t>
            </a:r>
          </a:p>
          <a:p>
            <a:r>
              <a:t>6 | home-02-topo-selo | Sem caução</a:t>
            </a:r>
          </a:p>
          <a:p>
            <a:r>
              <a:t>7 | home-02-topo-selo-2 | Dobro da franquia</a:t>
            </a:r>
          </a:p>
          <a:p>
            <a:r>
              <a:t>8 | home-02-topo-selo-3 | Retirada em Nova Iguaçu</a:t>
            </a:r>
          </a:p>
          <a:p>
            <a:r>
              <a:t>obs | home-02-topo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home-03-beneficios-titulo | Aluguel de carro não é tudo igual.</a:t>
            </a:r>
          </a:p>
          <a:p>
            <a:r>
              <a:t>2 | home-03-beneficios-subtitulo | Quatro condições que estão no contrato, não só no anúncio.</a:t>
            </a:r>
          </a:p>
          <a:p>
            <a:r>
              <a:t>3 | home-03-beneficios-caucao-titulo | 0% de caução</a:t>
            </a:r>
          </a:p>
          <a:p>
            <a:r>
              <a:t>4 | home-03-beneficios-caucao-texto | Por que prender seu limite de cartão se o carro já está pago? Saia dirigindo sem depositar um centavo de garantia.</a:t>
            </a:r>
          </a:p>
          <a:p>
            <a:r>
              <a:t>5 | home-03-beneficios-protecao-titulo | Proteção do seu jeito</a:t>
            </a:r>
          </a:p>
          <a:p>
            <a:r>
              <a:t>obs | home-03-beneficios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home-03-beneficios-protecao-texto | Básica, Padrão ou Completa: você escolhe na reserva e vê o valor antes de confirmar.</a:t>
            </a:r>
          </a:p>
          <a:p>
            <a:r>
              <a:t>7 | home-03-beneficios-km-titulo | Dobro de quilometragem</a:t>
            </a:r>
          </a:p>
          <a:p>
            <a:r>
              <a:t>8 | home-03-beneficios-km-texto | Não fique contando quilômetros de olho no painel. Nossos planos entregam o dobro de franquia. Rode livre e sem surpresa na fatura.</a:t>
            </a:r>
          </a:p>
          <a:p>
            <a:r>
              <a:t>9 | home-03-beneficios-cancele-titulo | Cancele quando quiser</a:t>
            </a:r>
          </a:p>
          <a:p>
            <a:r>
              <a:t>10 | home-03-beneficios-cancele-texto | Seu carro não pode ser uma prisão. Planos de assinatura sem período mínimo absurdo. Não quer mais? É só devolver.</a:t>
            </a:r>
          </a:p>
          <a:p>
            <a:r>
              <a:t>obs | home-03-beneficios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home-04-montadoras-titulo | Montadoras que fazem parte da nossa frota</a:t>
            </a:r>
          </a:p>
          <a:p>
            <a:r>
              <a:t>obs | home-04-montadoras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home-05-solucoes-titulo | Soluções que movem você.</a:t>
            </a:r>
          </a:p>
          <a:p>
            <a:r>
              <a:t>2 | home-05-solucoes-assinatura-titulo | Assinatura Locafacil Express</a:t>
            </a:r>
          </a:p>
          <a:p>
            <a:r>
              <a:t>3 | home-05-solucoes-assinatura-chamada | Esqueça tudo o que você sabe sobre ter carro.</a:t>
            </a:r>
          </a:p>
          <a:p>
            <a:r>
              <a:t>4 | home-05-solucoes-assinatura-texto | Esqueça oficina, IPVA, seguro caro e depreciação. Você assina um carro zero, pega a chave e o resto do trabalho é nosso. O caminho mais rápido e inteligente para andar de carro novo hoje.</a:t>
            </a:r>
          </a:p>
          <a:p>
            <a:r>
              <a:t>5 | home-05-solucoes-assinatura-botao | Quero saber da assinatura</a:t>
            </a:r>
          </a:p>
          <a:p>
            <a:r>
              <a:t>obs | home-05-solucoes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home-05-solucoes-assinatura-whatsapp | Olá, Locafacil! Tenho interesse na Assinatura.</a:t>
            </a:r>
          </a:p>
          <a:p>
            <a:r>
              <a:t>7 | home-05-solucoes-empresas-titulo | Locafacil Empresas</a:t>
            </a:r>
          </a:p>
          <a:p>
            <a:r>
              <a:t>8 | home-05-solucoes-empresas-chamada | Seu negócio não pode parar.</a:t>
            </a:r>
          </a:p>
          <a:p>
            <a:r>
              <a:t>9 | home-05-solucoes-empresas-texto | Terceirizar a frota da sua empresa é a jogada de mestre para salvar o fluxo de caixa. Modelos ideais para a sua operação girar forte, sem você esquentar a cabeça com burocracia.</a:t>
            </a:r>
          </a:p>
          <a:p>
            <a:r>
              <a:t>10 | home-05-solucoes-empresas-botao | Receber proposta comercial</a:t>
            </a:r>
          </a:p>
          <a:p>
            <a:r>
              <a:t>obs | home-05-solucoes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home-06-por-que-titulo | Por que alugar com a Locafacil?</a:t>
            </a:r>
          </a:p>
          <a:p>
            <a:r>
              <a:t>2 | home-06-por-que-aprovacao-titulo | Aceleração de aprovação</a:t>
            </a:r>
          </a:p>
          <a:p>
            <a:r>
              <a:t>3 | home-06-por-que-aprovacao-texto | Você tem pressa. Então cortamos a burocracia inútil. Do orçamento à chave na mão num piscar de olhos.</a:t>
            </a:r>
          </a:p>
          <a:p>
            <a:r>
              <a:t>4 | home-06-por-que-preco-titulo | O que você vê é o que você paga</a:t>
            </a:r>
          </a:p>
          <a:p>
            <a:r>
              <a:t>5 | home-06-por-que-preco-texto | Esqueça as taxas ocultas de "proteção extra" no balcão. O combinado não sai caro, o nosso contrato é reto e direto.</a:t>
            </a:r>
          </a:p>
          <a:p>
            <a:r>
              <a:t>obs | home-06-por-que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| home-06-por-que-maquinas-titulo | Máquinas selecionadas a dedo</a:t>
            </a:r>
          </a:p>
          <a:p>
            <a:r>
              <a:t>7 | home-06-por-que-maquinas-texto | Só trabalhamos com veículos novos ou recém-revisados das melhores marcas. Sente, ligue e sinta o conforto.</a:t>
            </a:r>
          </a:p>
          <a:p>
            <a:r>
              <a:t>8 | home-06-por-que-atendimento-titulo | Atendimento corpo a corpo</a:t>
            </a:r>
          </a:p>
          <a:p>
            <a:r>
              <a:t>9 | home-06-por-que-atendimento-texto | Quando ligar, não falará com um robô burro. Falará com alguém da equipe focado em resolver seu problema real.</a:t>
            </a:r>
          </a:p>
          <a:p>
            <a:r>
              <a:t>obs | home-06-por-que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home-07-chamada-final-titulo | Não deixe outro motorista⏎pegar o seu carro.</a:t>
            </a:r>
          </a:p>
          <a:p>
            <a:r>
              <a:t>2 | home-07-chamada-final-texto | As unidades são limitadas e a procura é alta. Garanta agora a liberdade de dirigir sem complicação e com o melhor custo-benefício do Rio de Janeiro.</a:t>
            </a:r>
          </a:p>
          <a:p>
            <a:r>
              <a:t>3 | home-07-chamada-final-botao | Garantir meu carro agora</a:t>
            </a:r>
          </a:p>
          <a:p>
            <a:r>
              <a:t>obs | home-07-chamada-final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| home-07-chamada-final-whatsapp | Olá, Locafacil! Quero garantir meu veículo agora!</a:t>
            </a:r>
          </a:p>
          <a:p>
            <a:r>
              <a:t>5 | home-07-chamada-final-botao-ligar | Ligar: (21) 96854-0185</a:t>
            </a:r>
          </a:p>
          <a:p>
            <a:r>
              <a:t>6 | home-07-chamada-final-selo | Sem caução</a:t>
            </a:r>
          </a:p>
          <a:p>
            <a:r>
              <a:t>7 | home-07-chamada-final-selo-2 | Dobro da franquia</a:t>
            </a:r>
          </a:p>
          <a:p>
            <a:r>
              <a:t>8 | home-07-chamada-final-selo-3 | Cancele quando quiser</a:t>
            </a:r>
          </a:p>
          <a:p>
            <a:r>
              <a:t>obs | home-07-chamada-final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home-08-rodape-frase | A melhor experiência em locação de veículos do Rio de Janeiro. Mobilidade que descomplica.</a:t>
            </a:r>
          </a:p>
          <a:p>
            <a:r>
              <a:t>2 | home-08-rodape-whatsapp | Olá, Locafacil!</a:t>
            </a:r>
          </a:p>
          <a:p>
            <a:r>
              <a:t>3 | home-08-rodape-links-titulo | Links Rápidos</a:t>
            </a:r>
          </a:p>
          <a:p>
            <a:r>
              <a:t>4 | home-08-rodape-link-inicio | Início</a:t>
            </a:r>
          </a:p>
          <a:p>
            <a:r>
              <a:t>obs | home-08-rodape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| home-08-rodape-link-reservar | Reservar</a:t>
            </a:r>
          </a:p>
          <a:p>
            <a:r>
              <a:t>6 | home-08-rodape-link-empresas | Para Empresas</a:t>
            </a:r>
          </a:p>
          <a:p>
            <a:r>
              <a:t>7 | home-08-rodape-link-contato | Contato</a:t>
            </a:r>
          </a:p>
          <a:p>
            <a:r>
              <a:t>8 | home-08-rodape-contatos-titulo | Contatos</a:t>
            </a:r>
          </a:p>
          <a:p>
            <a:r>
              <a:t>9 | home-08-rodape-telefone-fixo | (21) 2786-1404</a:t>
            </a:r>
          </a:p>
          <a:p>
            <a:r>
              <a:t>10 | home-08-rodape-celular | (21) 96854-0185</a:t>
            </a:r>
          </a:p>
          <a:p>
            <a:r>
              <a:t>11 | home-08-rodape-email | reservas@locafacilaluguel.com</a:t>
            </a:r>
          </a:p>
          <a:p>
            <a:r>
              <a:t>12 | home-08-rodape-endereco-titulo | Endereço</a:t>
            </a:r>
          </a:p>
          <a:p>
            <a:r>
              <a:t>obs | home-08-rodape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| home-08-rodape-endereco | Cidade da Moda⏎Rod. Pres. Dutra, 13900⏎Jardim Tropical - Nova Iguaçu⏎Rio de Janeiro</a:t>
            </a:r>
          </a:p>
          <a:p>
            <a:r>
              <a:t>14 | home-08-rodape-direitos | © {ano} Locafacil Aluguel de Veículos. Todos os direitos reservados.</a:t>
            </a:r>
          </a:p>
          <a:p>
            <a:r>
              <a:t>15 | home-08-rodape-cnpj | CNPJ 30.787.245/0001-71</a:t>
            </a:r>
          </a:p>
          <a:p>
            <a:r>
              <a:t>16 | home-08-rodape-assinatura | Feito com amor por Fox TI + Marketins</a:t>
            </a:r>
          </a:p>
          <a:p>
            <a:r>
              <a:t>obs | home-08-rodape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home-09-popup-desconto-titulo | Quer um desconto no primeiro aluguel?</a:t>
            </a:r>
          </a:p>
          <a:p>
            <a:r>
              <a:t>2 | home-09-popup-desconto-texto | Faz contato com a gente. A equipe confere a condição para o seu período e fecha com você na hora.</a:t>
            </a:r>
          </a:p>
          <a:p>
            <a:r>
              <a:t>3 | home-09-popup-desconto-botao | Falar no WhatsApp</a:t>
            </a:r>
          </a:p>
          <a:p>
            <a:r>
              <a:t>4 | home-09-popup-desconto-whatsapp | Olá! Vim pelo site e quero saber do desconto no primeiro aluguel.</a:t>
            </a:r>
          </a:p>
          <a:p>
            <a:r>
              <a:t>5 | home-09-popup-desconto-fechar | Agora não</a:t>
            </a:r>
          </a:p>
          <a:p>
            <a:r>
              <a:t>obs | home-09-popup-desconto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home-10-atendimento-balao-nome | Locafacil</a:t>
            </a:r>
          </a:p>
          <a:p>
            <a:r>
              <a:t>2 | home-10-atendimento-balao-texto | Olá! Quer falar com a gente pelo WhatsApp?</a:t>
            </a:r>
          </a:p>
          <a:p>
            <a:r>
              <a:t>3 | home-10-atendimento-balao-botao | Quero falar</a:t>
            </a:r>
          </a:p>
          <a:p>
            <a:r>
              <a:t>4 | home-10-atendimento-painel-titulo | Fale com a Locafacil</a:t>
            </a:r>
          </a:p>
          <a:p>
            <a:r>
              <a:t>obs | home-10-atendimento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| home-10-atendimento-painel-subtitulo | Atendimento pelo WhatsApp</a:t>
            </a:r>
          </a:p>
          <a:p>
            <a:r>
              <a:t>6 | home-10-atendimento-painel-instrucao | Escolha o assunto. A mensagem já vai escrita.</a:t>
            </a:r>
          </a:p>
          <a:p>
            <a:r>
              <a:t>7 | home-10-atendimento-painel-telefone | Prefere telefone? (21) 2786-1404</a:t>
            </a:r>
          </a:p>
          <a:p>
            <a:r>
              <a:t>obs | home-10-atendimento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| home-11-seo-title | Locafacil | Aluguel de Veículos Sem Burocracia - Carros e Motos no RJ</a:t>
            </a:r>
          </a:p>
          <a:p>
            <a:r>
              <a:t>2 | home-11-seo-description | Alugue carros e motos sem caução e com o dobro da franquia. A Locafacil oferece a melhor experiência em locação de veículos no Rio de Janeiro.</a:t>
            </a:r>
          </a:p>
          <a:p>
            <a:r>
              <a:t>3 | home-11-seo-og-title | Locafacil | Sua Liberdade Sobre Rodas. Zero Burocracia.</a:t>
            </a:r>
          </a:p>
          <a:p>
            <a:r>
              <a:t>4 | home-11-seo-og-description | Aluguel de veículos sem caução e com o dobro da franquia. Frota premium no RJ.</a:t>
            </a:r>
          </a:p>
          <a:p>
            <a:r>
              <a:t>obs | home-11-seo | Observações desta parte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locafacil-nine.vercel.app/doc/copy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895023" cy="566928"/>
          </a:xfrm>
          <a:prstGeom prst="rect">
            <a:avLst/>
          </a:prstGeom>
        </p:spPr>
      </p:pic>
      <p:pic>
        <p:nvPicPr>
          <p:cNvPr id="3" name="fixo:simbol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60" y="1325880"/>
            <a:ext cx="3510075" cy="4206240"/>
          </a:xfrm>
          <a:prstGeom prst="rect">
            <a:avLst/>
          </a:prstGeom>
        </p:spPr>
      </p:pic>
      <p:sp>
        <p:nvSpPr>
          <p:cNvPr id="4" name="fixo:pingo"/>
          <p:cNvSpPr/>
          <p:nvPr/>
        </p:nvSpPr>
        <p:spPr>
          <a:xfrm>
            <a:off x="731520" y="2258568"/>
            <a:ext cx="128016" cy="128016"/>
          </a:xfrm>
          <a:prstGeom prst="rect">
            <a:avLst/>
          </a:prstGeom>
          <a:solidFill>
            <a:srgbClr val="2AE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xo:arquivo"/>
          <p:cNvSpPr txBox="1"/>
          <p:nvPr/>
        </p:nvSpPr>
        <p:spPr>
          <a:xfrm>
            <a:off x="950976" y="213969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B9C3D6"/>
                </a:solidFill>
                <a:latin typeface="Arial"/>
              </a:rPr>
              <a:t>Arquivo 1 de 3</a:t>
            </a:r>
            <a:endParaRPr lang="pt-BR" sz="14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itulo"/>
          <p:cNvSpPr txBox="1"/>
          <p:nvPr/>
        </p:nvSpPr>
        <p:spPr>
          <a:xfrm>
            <a:off x="731520" y="256032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Revisão de textos do site</a:t>
            </a:r>
            <a:endParaRPr lang="pt-BR" sz="4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fixo:deck"/>
          <p:cNvSpPr txBox="1"/>
          <p:nvPr/>
        </p:nvSpPr>
        <p:spPr>
          <a:xfrm>
            <a:off x="731520" y="3383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0" i="0">
                <a:solidFill>
                  <a:srgbClr val="D6DCE8"/>
                </a:solidFill>
                <a:latin typeface="Arial"/>
              </a:rPr>
              <a:t>1 · Home, menu e rodapé</a:t>
            </a:r>
            <a:endParaRPr lang="pt-BR" sz="2600">
              <a:solidFill>
                <a:srgbClr val="D6DCE8"/>
              </a:solidFill>
              <a:latin typeface="Arial"/>
            </a:endParaRPr>
          </a:p>
        </p:txBody>
      </p:sp>
      <p:sp>
        <p:nvSpPr>
          <p:cNvPr id="8" name="fixo:prazo"/>
          <p:cNvSpPr/>
          <p:nvPr/>
        </p:nvSpPr>
        <p:spPr>
          <a:xfrm>
            <a:off x="731520" y="4251960"/>
            <a:ext cx="2659806" cy="475488"/>
          </a:xfrm>
          <a:prstGeom prst="roundRect">
            <a:avLst>
              <a:gd name="adj" fmla="val 50000"/>
            </a:avLst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Até sexta-feira, 02/10</a:t>
            </a:r>
          </a:p>
        </p:txBody>
      </p:sp>
      <p:sp>
        <p:nvSpPr>
          <p:cNvPr id="9" name="fixo:rodape"/>
          <p:cNvSpPr txBox="1"/>
          <p:nvPr/>
        </p:nvSpPr>
        <p:spPr>
          <a:xfrm>
            <a:off x="731520" y="5897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11 partes da página para revisar · leia a próxima lâmina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Como editar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Leva um minuto: leia antes de começar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mini"/>
          <p:cNvSpPr/>
          <p:nvPr/>
        </p:nvSpPr>
        <p:spPr>
          <a:xfrm>
            <a:off x="365760" y="1097280"/>
            <a:ext cx="3108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mini"/>
          <p:cNvSpPr/>
          <p:nvPr/>
        </p:nvSpPr>
        <p:spPr>
          <a:xfrm>
            <a:off x="365760" y="1097280"/>
            <a:ext cx="3108960" cy="1828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xo:mini"/>
          <p:cNvSpPr/>
          <p:nvPr/>
        </p:nvSpPr>
        <p:spPr>
          <a:xfrm>
            <a:off x="457200" y="1371600"/>
            <a:ext cx="1280160" cy="100584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i="0">
                <a:solidFill>
                  <a:srgbClr val="424245"/>
                </a:solidFill>
                <a:latin typeface="Arial"/>
              </a:rPr>
              <a:t>imagem da página</a:t>
            </a:r>
          </a:p>
        </p:txBody>
      </p:sp>
      <p:sp>
        <p:nvSpPr>
          <p:cNvPr id="9" name="fixo:mini"/>
          <p:cNvSpPr txBox="1"/>
          <p:nvPr/>
        </p:nvSpPr>
        <p:spPr>
          <a:xfrm>
            <a:off x="1847088" y="135331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mini"/>
          <p:cNvSpPr txBox="1"/>
          <p:nvPr/>
        </p:nvSpPr>
        <p:spPr>
          <a:xfrm>
            <a:off x="1847088" y="1527048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mini"/>
          <p:cNvSpPr txBox="1"/>
          <p:nvPr/>
        </p:nvSpPr>
        <p:spPr>
          <a:xfrm>
            <a:off x="1847088" y="186537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fixo:mini"/>
          <p:cNvSpPr txBox="1"/>
          <p:nvPr/>
        </p:nvSpPr>
        <p:spPr>
          <a:xfrm>
            <a:off x="1847088" y="2039112"/>
            <a:ext cx="15361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45720" rIns="45720" anchor="ctr">
            <a:noAutofit/>
          </a:bodyPr>
          <a:lstStyle/>
          <a:p>
            <a:pPr algn="l"/>
            <a:r>
              <a:rPr sz="1000" b="0" i="0">
                <a:solidFill>
                  <a:srgbClr val="0A1628"/>
                </a:solidFill>
                <a:latin typeface="Arial"/>
              </a:rPr>
              <a:t>Texto atual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mini"/>
          <p:cNvSpPr txBox="1"/>
          <p:nvPr/>
        </p:nvSpPr>
        <p:spPr>
          <a:xfrm>
            <a:off x="457200" y="2441448"/>
            <a:ext cx="2926079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Observações desta parte</a:t>
            </a:r>
            <a:endParaRPr lang="pt-BR" sz="10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4" name="fixo:mini"/>
          <p:cNvSpPr/>
          <p:nvPr/>
        </p:nvSpPr>
        <p:spPr>
          <a:xfrm>
            <a:off x="457200" y="2624328"/>
            <a:ext cx="292607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ixo:texto"/>
          <p:cNvSpPr txBox="1"/>
          <p:nvPr/>
        </p:nvSpPr>
        <p:spPr>
          <a:xfrm>
            <a:off x="3840480" y="1097280"/>
            <a:ext cx="79854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"/>
              </a:rPr>
              <a:t>Cada lâmina mostra uma parte da página</a:t>
            </a:r>
            <a:endParaRPr lang="pt-BR" sz="18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6" name="fixo:texto"/>
          <p:cNvSpPr txBox="1"/>
          <p:nvPr/>
        </p:nvSpPr>
        <p:spPr>
          <a:xfrm>
            <a:off x="3840480" y="1517904"/>
            <a:ext cx="798545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À esquerda, a imagem de como está hoje no site (só para referência). À direita, os textos atuais em </a:t>
            </a:r>
            <a:r>
              <a:rPr sz="1400" b="1" i="0">
                <a:solidFill>
                  <a:srgbClr val="0A1628"/>
                </a:solidFill>
                <a:latin typeface="Arial"/>
              </a:rPr>
              <a:t>caixas brancas numeradas</a:t>
            </a:r>
            <a:r>
              <a:rPr sz="1400" b="0" i="0">
                <a:solidFill>
                  <a:srgbClr val="424245"/>
                </a:solidFill>
                <a:latin typeface="Arial"/>
              </a:rPr>
              <a:t>: é nelas que você mexe.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7" name="fixo:texto"/>
          <p:cNvSpPr txBox="1"/>
          <p:nvPr/>
        </p:nvSpPr>
        <p:spPr>
          <a:xfrm>
            <a:off x="3840480" y="2212848"/>
            <a:ext cx="7985455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424245"/>
                </a:solidFill>
                <a:latin typeface="Arial"/>
              </a:rPr>
              <a:t>Trechos entre chaves, como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{data}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 ou </a:t>
            </a:r>
            <a:r>
              <a:rPr sz="1300" b="1" i="0">
                <a:solidFill>
                  <a:srgbClr val="0A1628"/>
                </a:solidFill>
                <a:latin typeface="Arial"/>
              </a:rPr>
              <a:t>{valor}</a:t>
            </a:r>
            <a:r>
              <a:rPr sz="1300" b="0" i="0">
                <a:solidFill>
                  <a:srgbClr val="424245"/>
                </a:solidFill>
                <a:latin typeface="Arial"/>
              </a:rPr>
              <a:t>, o site preenche sozinho: deixe as chaves como estão.</a:t>
            </a:r>
            <a:endParaRPr lang="pt-BR" sz="13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fixo:cartao"/>
          <p:cNvSpPr/>
          <p:nvPr/>
        </p:nvSpPr>
        <p:spPr>
          <a:xfrm>
            <a:off x="365760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ixo:icone"/>
          <p:cNvSpPr/>
          <p:nvPr/>
        </p:nvSpPr>
        <p:spPr>
          <a:xfrm>
            <a:off x="548640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20" name="fixo:texto"/>
          <p:cNvSpPr txBox="1"/>
          <p:nvPr/>
        </p:nvSpPr>
        <p:spPr>
          <a:xfrm>
            <a:off x="1152144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TROCAR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texto"/>
          <p:cNvSpPr txBox="1"/>
          <p:nvPr/>
        </p:nvSpPr>
        <p:spPr>
          <a:xfrm>
            <a:off x="1152144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Clique na caixa e digite o texto novo por cima.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exemplo"/>
          <p:cNvSpPr txBox="1"/>
          <p:nvPr/>
        </p:nvSpPr>
        <p:spPr>
          <a:xfrm>
            <a:off x="548640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Alugue sem caução em Nova Iguaçu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cartao"/>
          <p:cNvSpPr/>
          <p:nvPr/>
        </p:nvSpPr>
        <p:spPr>
          <a:xfrm>
            <a:off x="4246778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ixo:icone"/>
          <p:cNvSpPr/>
          <p:nvPr/>
        </p:nvSpPr>
        <p:spPr>
          <a:xfrm>
            <a:off x="4429658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5" name="fixo:texto"/>
          <p:cNvSpPr txBox="1"/>
          <p:nvPr/>
        </p:nvSpPr>
        <p:spPr>
          <a:xfrm>
            <a:off x="5033162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6" name="fixo:texto"/>
          <p:cNvSpPr txBox="1"/>
          <p:nvPr/>
        </p:nvSpPr>
        <p:spPr>
          <a:xfrm>
            <a:off x="5033162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Apague o texto da caixa e escreva TIRAR.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7" name="fixo:exemplo"/>
          <p:cNvSpPr txBox="1"/>
          <p:nvPr/>
        </p:nvSpPr>
        <p:spPr>
          <a:xfrm>
            <a:off x="4429658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TIRAR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8" name="fixo:cartao"/>
          <p:cNvSpPr/>
          <p:nvPr/>
        </p:nvSpPr>
        <p:spPr>
          <a:xfrm>
            <a:off x="8127796" y="3063240"/>
            <a:ext cx="369813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ixo:icone"/>
          <p:cNvSpPr/>
          <p:nvPr/>
        </p:nvSpPr>
        <p:spPr>
          <a:xfrm>
            <a:off x="8310676" y="3246120"/>
            <a:ext cx="475488" cy="475488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fixo:desenho"/>
          <p:cNvCxnSpPr/>
          <p:nvPr/>
        </p:nvCxnSpPr>
        <p:spPr>
          <a:xfrm>
            <a:off x="8438692" y="3493008"/>
            <a:ext cx="82296" cy="82296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ixo:desenho"/>
          <p:cNvCxnSpPr/>
          <p:nvPr/>
        </p:nvCxnSpPr>
        <p:spPr>
          <a:xfrm flipV="1">
            <a:off x="8520988" y="3392424"/>
            <a:ext cx="146304" cy="18288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ixo:texto"/>
          <p:cNvSpPr txBox="1"/>
          <p:nvPr/>
        </p:nvSpPr>
        <p:spPr>
          <a:xfrm>
            <a:off x="8914180" y="3218688"/>
            <a:ext cx="278373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"/>
              </a:rPr>
              <a:t>MANTER</a:t>
            </a:r>
            <a:endParaRPr lang="pt-BR" sz="16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3" name="fixo:texto"/>
          <p:cNvSpPr txBox="1"/>
          <p:nvPr/>
        </p:nvSpPr>
        <p:spPr>
          <a:xfrm>
            <a:off x="8914180" y="352044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Não mexa na caixa. O texto fica como está.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4" name="fixo:exemplo"/>
          <p:cNvSpPr txBox="1"/>
          <p:nvPr/>
        </p:nvSpPr>
        <p:spPr>
          <a:xfrm>
            <a:off x="8310676" y="4105656"/>
            <a:ext cx="3332378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ctr">
            <a:no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>Sua Liberdade Sobre Rodas.</a:t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5" name="fixo:cartao"/>
          <p:cNvSpPr/>
          <p:nvPr/>
        </p:nvSpPr>
        <p:spPr>
          <a:xfrm>
            <a:off x="365760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ixo:icone"/>
          <p:cNvSpPr/>
          <p:nvPr/>
        </p:nvSpPr>
        <p:spPr>
          <a:xfrm>
            <a:off x="548640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7" name="fixo:texto"/>
          <p:cNvSpPr txBox="1"/>
          <p:nvPr/>
        </p:nvSpPr>
        <p:spPr>
          <a:xfrm>
            <a:off x="1097280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Outros pedidos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8" name="fixo:texto"/>
          <p:cNvSpPr txBox="1"/>
          <p:nvPr/>
        </p:nvSpPr>
        <p:spPr>
          <a:xfrm>
            <a:off x="548640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424245"/>
                </a:solidFill>
                <a:latin typeface="Arial"/>
              </a:rPr>
              <a:t>Use a caixa </a:t>
            </a:r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200" b="0" i="0">
                <a:solidFill>
                  <a:srgbClr val="424245"/>
                </a:solidFill>
                <a:latin typeface="Arial"/>
              </a:rPr>
              <a:t>, no pé de cada lâmina, para mudar a ordem, trocar imagem ou dar uma ideia nova. A última lâmina é um espaço livre.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9" name="fixo:cartao"/>
          <p:cNvSpPr/>
          <p:nvPr/>
        </p:nvSpPr>
        <p:spPr>
          <a:xfrm>
            <a:off x="4246778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ixo:icone"/>
          <p:cNvSpPr/>
          <p:nvPr/>
        </p:nvSpPr>
        <p:spPr>
          <a:xfrm>
            <a:off x="4429658" y="4956048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41" name="fixo:texto"/>
          <p:cNvSpPr txBox="1"/>
          <p:nvPr/>
        </p:nvSpPr>
        <p:spPr>
          <a:xfrm>
            <a:off x="4978298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Importante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2" name="fixo:texto"/>
          <p:cNvSpPr txBox="1"/>
          <p:nvPr/>
        </p:nvSpPr>
        <p:spPr>
          <a:xfrm>
            <a:off x="4429658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Não apague nem mova as caixas numeradas</a:t>
            </a:r>
            <a:r>
              <a:rPr sz="1200" b="0" i="0">
                <a:solidFill>
                  <a:srgbClr val="424245"/>
                </a:solidFill>
                <a:latin typeface="Arial"/>
              </a:rPr>
              <a:t>: é por elas que sabemos qual texto você mudou.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43" name="fixo:cartao"/>
          <p:cNvSpPr/>
          <p:nvPr/>
        </p:nvSpPr>
        <p:spPr>
          <a:xfrm>
            <a:off x="8127796" y="4791456"/>
            <a:ext cx="369813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ixo:icone"/>
          <p:cNvSpPr/>
          <p:nvPr/>
        </p:nvSpPr>
        <p:spPr>
          <a:xfrm>
            <a:off x="8310676" y="4956048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45" name="fixo:texto"/>
          <p:cNvSpPr txBox="1"/>
          <p:nvPr/>
        </p:nvSpPr>
        <p:spPr>
          <a:xfrm>
            <a:off x="8859316" y="4956048"/>
            <a:ext cx="27837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A1628"/>
                </a:solidFill>
                <a:latin typeface="Arial"/>
              </a:rPr>
              <a:t>Onde abrir</a:t>
            </a:r>
            <a:endParaRPr lang="pt-BR" sz="15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46" name="fixo:texto"/>
          <p:cNvSpPr txBox="1"/>
          <p:nvPr/>
        </p:nvSpPr>
        <p:spPr>
          <a:xfrm>
            <a:off x="8310676" y="5413248"/>
            <a:ext cx="3332378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PowerPoint: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abra e edite.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A1628"/>
                </a:solidFill>
                <a:latin typeface="Arial"/>
              </a:rPr>
              <a:t>Canva: </a:t>
            </a:r>
            <a:r>
              <a:rPr sz="1200" b="0" i="0">
                <a:solidFill>
                  <a:srgbClr val="424245"/>
                </a:solidFill>
                <a:latin typeface="Arial"/>
              </a:rPr>
              <a:t>Criar design → Importar arquivo → este .pptx. No fim: Compartilhar → Baixar → PPTX.</a:t>
            </a:r>
            <a:endParaRPr lang="pt-BR" sz="1200">
              <a:solidFill>
                <a:srgbClr val="424245"/>
              </a:solidFill>
              <a:latin typeface="Arial"/>
            </a:endParaRPr>
          </a:p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Navegador: </a:t>
            </a:r>
            <a:r>
              <a:rPr sz="1200" b="0" i="0">
                <a:solidFill>
                  <a:srgbClr val="0628DA"/>
                </a:solidFill>
                <a:latin typeface="Arial"/>
                <a:hlinkClick r:id="rId3"/>
              </a:rPr>
              <a:t>locafacil-nine.vercel.app/doc/copy</a:t>
            </a:r>
            <a:r>
              <a:rPr sz="1200" b="0" i="0">
                <a:solidFill>
                  <a:srgbClr val="424245"/>
                </a:solidFill>
                <a:latin typeface="Arial"/>
              </a:rPr>
              <a:t> (salva sozinho)</a:t>
            </a:r>
            <a:endParaRPr lang="pt-BR" sz="1200">
              <a:solidFill>
                <a:srgbClr val="42424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 de 11 · Menu do topo (computador e celular)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19"/>
            <a:ext cx="4846320" cy="270009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pic>
        <p:nvPicPr>
          <p:cNvPr id="8" name="fixo:captura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610" y="1641609"/>
            <a:ext cx="1628938" cy="352475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9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hoje: em cima no computador, embaixo no celular. Só para referência.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rotulo:1"/>
          <p:cNvSpPr txBox="1"/>
          <p:nvPr/>
        </p:nvSpPr>
        <p:spPr>
          <a:xfrm>
            <a:off x="5806440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Vale para o menu do computador e o do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1" name="copy:home-01-menu-inicio"/>
          <p:cNvSpPr txBox="1"/>
          <p:nvPr/>
        </p:nvSpPr>
        <p:spPr>
          <a:xfrm>
            <a:off x="5806440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Início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2" name="fixo:rotulo:2"/>
          <p:cNvSpPr txBox="1"/>
          <p:nvPr/>
        </p:nvSpPr>
        <p:spPr>
          <a:xfrm>
            <a:off x="8907627" y="1051560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3" name="copy:home-01-menu-reservar"/>
          <p:cNvSpPr txBox="1"/>
          <p:nvPr/>
        </p:nvSpPr>
        <p:spPr>
          <a:xfrm>
            <a:off x="8907627" y="13929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Reservar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4" name="fixo:rotulo:3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5" name="copy:home-01-menu-para-empresas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Para Empresas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6" name="fixo:rotulo:4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7" name="copy:home-01-menu-contato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Contato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8" name="fixo:rotulo:5"/>
          <p:cNvSpPr txBox="1"/>
          <p:nvPr/>
        </p:nvSpPr>
        <p:spPr>
          <a:xfrm>
            <a:off x="5806440" y="2831592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Botão do menu no computador. A linha do menu já está no limite em telas de 1024px: manter perto de 20 caracteres.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9" name="copy:home-01-menu-botao"/>
          <p:cNvSpPr txBox="1"/>
          <p:nvPr/>
        </p:nvSpPr>
        <p:spPr>
          <a:xfrm>
            <a:off x="5806440" y="31729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Garanta seu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0" name="fixo:rotulo:6"/>
          <p:cNvSpPr txBox="1"/>
          <p:nvPr/>
        </p:nvSpPr>
        <p:spPr>
          <a:xfrm>
            <a:off x="5806440" y="37978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Botão no fim do menu do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1" name="copy:home-01-menu-botao-2"/>
          <p:cNvSpPr txBox="1"/>
          <p:nvPr/>
        </p:nvSpPr>
        <p:spPr>
          <a:xfrm>
            <a:off x="5806440" y="398678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Garanta seu veículo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2" name="fixo:rotulo:7"/>
          <p:cNvSpPr txBox="1"/>
          <p:nvPr/>
        </p:nvSpPr>
        <p:spPr>
          <a:xfrm>
            <a:off x="5806440" y="4611624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'Garanta seu veículo' (os dois botões).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3" name="copy:home-01-menu-whatsapp"/>
          <p:cNvSpPr txBox="1"/>
          <p:nvPr/>
        </p:nvSpPr>
        <p:spPr>
          <a:xfrm>
            <a:off x="5806440" y="4952999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Quero alugar um veículo.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4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5" name="obs:home-01-menu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11 · Topo da página (primeira tela)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3 de 8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04" y="1188719"/>
            <a:ext cx="4300151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Título principal, em duas linhas. O formulário de busca logo abaixo é revisado na apresentação 2 (Reserva), lâmina 'Busca'.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2-topo-titulo"/>
          <p:cNvSpPr txBox="1"/>
          <p:nvPr/>
        </p:nvSpPr>
        <p:spPr>
          <a:xfrm>
            <a:off x="5806440" y="1392936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Sua Liberdade</a:t>
            </a:r>
            <a:endParaRPr lang="pt-BR" sz="1300">
              <a:solidFill>
                <a:srgbClr val="0A1628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Sobre Rodas.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21589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'sem caução' e 'dobro da franquia' aparecem em destaque.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2-topo-subtitulo"/>
          <p:cNvSpPr txBox="1"/>
          <p:nvPr/>
        </p:nvSpPr>
        <p:spPr>
          <a:xfrm>
            <a:off x="5806440" y="2404871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Alugue carros sem caução e com o dobro da franquia. Retirada em Nova Iguaçu, contrato na hora.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22783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Não quebra linha: até ~30 caracteres para caber no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2-topo-botao"/>
          <p:cNvSpPr txBox="1"/>
          <p:nvPr/>
        </p:nvSpPr>
        <p:spPr>
          <a:xfrm>
            <a:off x="5806440" y="341680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Garantir meu carro agora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obs:home-02-top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2 de 11 · Topo da página (primeira tela)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4 a 8 de 8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04" y="1188719"/>
            <a:ext cx="4300151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4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'Garantir meu carro agora'.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2-topo-whatsapp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Quero garantir meu veículo agora!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5"/>
          <p:cNvSpPr txBox="1"/>
          <p:nvPr/>
        </p:nvSpPr>
        <p:spPr>
          <a:xfrm>
            <a:off x="5806440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Desce a página até os benefícios.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2-topo-botao-beneficios"/>
          <p:cNvSpPr txBox="1"/>
          <p:nvPr/>
        </p:nvSpPr>
        <p:spPr>
          <a:xfrm>
            <a:off x="5806440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Descubra os benefícios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6"/>
          <p:cNvSpPr txBox="1"/>
          <p:nvPr/>
        </p:nvSpPr>
        <p:spPr>
          <a:xfrm>
            <a:off x="8907627" y="2017776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Três selos com visto, embaixo dos botões.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2-topo-selo"/>
          <p:cNvSpPr txBox="1"/>
          <p:nvPr/>
        </p:nvSpPr>
        <p:spPr>
          <a:xfrm>
            <a:off x="8907627" y="23591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Sem caução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7"/>
          <p:cNvSpPr txBox="1"/>
          <p:nvPr/>
        </p:nvSpPr>
        <p:spPr>
          <a:xfrm>
            <a:off x="5806440" y="29839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2-topo-selo-2"/>
          <p:cNvSpPr txBox="1"/>
          <p:nvPr/>
        </p:nvSpPr>
        <p:spPr>
          <a:xfrm>
            <a:off x="5806440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Dobro da franquia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8"/>
          <p:cNvSpPr txBox="1"/>
          <p:nvPr/>
        </p:nvSpPr>
        <p:spPr>
          <a:xfrm>
            <a:off x="8907627" y="29839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2-topo-selo-3"/>
          <p:cNvSpPr txBox="1"/>
          <p:nvPr/>
        </p:nvSpPr>
        <p:spPr>
          <a:xfrm>
            <a:off x="8907627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Retirada em Nova Iguaçu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2-top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11 · Benefícios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5 de 10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1540"/>
            <a:ext cx="4846320" cy="2211998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3-beneficios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Aluguel de carro não é tudo igual.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3-beneficios-subtitulo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Quatro condições que estão no contrato, não só no anúncio.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Cartão 1 de 4.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3-beneficios-caucao-titulo"/>
          <p:cNvSpPr txBox="1"/>
          <p:nvPr/>
        </p:nvSpPr>
        <p:spPr>
          <a:xfrm>
            <a:off x="5806440" y="28681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0% de caução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349300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3-beneficios-caucao-texto"/>
          <p:cNvSpPr txBox="1"/>
          <p:nvPr/>
        </p:nvSpPr>
        <p:spPr>
          <a:xfrm>
            <a:off x="5806440" y="3681983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Por que prender seu limite de cartão se o carro já está pago? Saia dirigindo sem depositar um centavo de garantia.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450494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Cartão 2 de 4. Substituiu "Seguro total sem pegadinhas" (reunião de 29/09/2026).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3-beneficios-protecao-titulo"/>
          <p:cNvSpPr txBox="1"/>
          <p:nvPr/>
        </p:nvSpPr>
        <p:spPr>
          <a:xfrm>
            <a:off x="5806440" y="469392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Proteção do seu jeito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3-benefici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3 de 11 · Benefícios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6 a 10 de 10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1540"/>
            <a:ext cx="4846320" cy="2211998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3-beneficios-protecao-texto"/>
          <p:cNvSpPr txBox="1"/>
          <p:nvPr/>
        </p:nvSpPr>
        <p:spPr>
          <a:xfrm>
            <a:off x="5806440" y="1240536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Básica, Padrão ou Completa: você escolhe na reserva e vê o valor antes de confirmar.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5806440" y="206349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Cartão 3 de 4.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3-beneficios-km-titulo"/>
          <p:cNvSpPr txBox="1"/>
          <p:nvPr/>
        </p:nvSpPr>
        <p:spPr>
          <a:xfrm>
            <a:off x="5806440" y="2252471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Dobro de quilometragem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3-beneficios-km-texto"/>
          <p:cNvSpPr txBox="1"/>
          <p:nvPr/>
        </p:nvSpPr>
        <p:spPr>
          <a:xfrm>
            <a:off x="5806440" y="3066287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fique contando quilômetros de olho no painel. Nossos planos entregam o dobro de franquia. Rode livre e sem surpresa na fatura.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5806440" y="388924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Cartão 4 de 4.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3-beneficios-cancele-titulo"/>
          <p:cNvSpPr txBox="1"/>
          <p:nvPr/>
        </p:nvSpPr>
        <p:spPr>
          <a:xfrm>
            <a:off x="5806440" y="407822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Cancele quando quiser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0"/>
          <p:cNvSpPr txBox="1"/>
          <p:nvPr/>
        </p:nvSpPr>
        <p:spPr>
          <a:xfrm>
            <a:off x="5806440" y="4703063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3-beneficios-cancele-texto"/>
          <p:cNvSpPr txBox="1"/>
          <p:nvPr/>
        </p:nvSpPr>
        <p:spPr>
          <a:xfrm>
            <a:off x="5806440" y="4892040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Seu carro não pode ser uma prisão. Planos de assinatura sem período mínimo absurdo. Não quer mais? É só devolver.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3-beneficio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4 de 11 · Montadoras da frota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19"/>
            <a:ext cx="4846320" cy="1031573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pic>
        <p:nvPicPr>
          <p:cNvPr id="8" name="fixo:captura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28" y="2403173"/>
            <a:ext cx="3904502" cy="2763186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9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hoje: em cima no computador, embaixo no celular. Só para referência.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Embaixo, faixa com os logotipos (Nissan, Hyundai, Chevrolet, Renault, Ford) correndo sozinha.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1" name="copy:home-04-montadoras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Montadoras que fazem parte da nossa frota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2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3" name="obs:home-04-montadora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11 · Soluções: assinatura e empresas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5 de 10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77866"/>
            <a:ext cx="4846320" cy="3399347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5-solucoes-titul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Soluções que movem você.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Primeiro bloco.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5-solucoes-assinatura-titulo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Assinatura Locafacil Express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5-solucoes-assinatura-chamada"/>
          <p:cNvSpPr txBox="1"/>
          <p:nvPr/>
        </p:nvSpPr>
        <p:spPr>
          <a:xfrm>
            <a:off x="5806440" y="20543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Esqueça tudo o que você sabe sobre ter carro.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26791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5-solucoes-assinatura-texto"/>
          <p:cNvSpPr txBox="1"/>
          <p:nvPr/>
        </p:nvSpPr>
        <p:spPr>
          <a:xfrm>
            <a:off x="5806440" y="2868168"/>
            <a:ext cx="6019495" cy="90220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Esqueça oficina, IPVA, seguro caro e depreciação. Você assina um carro zero, pega a chave e o resto do trabalho é nosso. O caminho mais rápido e inteligente para andar de carro novo hoje.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88924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5-solucoes-assinatura-botao"/>
          <p:cNvSpPr txBox="1"/>
          <p:nvPr/>
        </p:nvSpPr>
        <p:spPr>
          <a:xfrm>
            <a:off x="5806440" y="407822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Quero saber da assinatura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5-solucoe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5 de 11 · Soluções: assinatura e empresas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6 a 10 de 10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77866"/>
            <a:ext cx="4846320" cy="3399347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'Quero saber da assinatura'.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5-solucoes-assinatura-whatsapp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Tenho interesse na Assinatura.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Segundo bloco.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5-solucoes-empresas-titulo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 Empresas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5-solucoes-empresas-chamada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Seu negócio não pode parar.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5-solucoes-empresas-texto"/>
          <p:cNvSpPr txBox="1"/>
          <p:nvPr/>
        </p:nvSpPr>
        <p:spPr>
          <a:xfrm>
            <a:off x="5806440" y="3020568"/>
            <a:ext cx="6019495" cy="90220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Terceirizar a frota da sua empresa é a jogada de mestre para salvar o fluxo de caixa. Modelos ideais para a sua operação girar forte, sem você esquentar a cabeça com burocracia.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10"/>
          <p:cNvSpPr txBox="1"/>
          <p:nvPr/>
        </p:nvSpPr>
        <p:spPr>
          <a:xfrm>
            <a:off x="5806440" y="404164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Leva para a página Para Empresas.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5-solucoes-empresas-botao"/>
          <p:cNvSpPr txBox="1"/>
          <p:nvPr/>
        </p:nvSpPr>
        <p:spPr>
          <a:xfrm>
            <a:off x="5806440" y="423062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Receber proposta comercial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5-solucoes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11 · Por que alugar com a Locafacil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5 de 9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08454"/>
            <a:ext cx="4846320" cy="273817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6-por-que-titulo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Por que alugar com a Locafacil?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6-por-que-aprovacao-titulo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Aceleração de aprovação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6-por-que-aprovacao-texto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Você tem pressa. Então cortamos a burocracia inútil. Do orçamento à chave na mão num piscar de olhos.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6-por-que-preco-titulo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 que você vê é o que você paga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36911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6-por-que-preco-texto"/>
          <p:cNvSpPr txBox="1"/>
          <p:nvPr/>
        </p:nvSpPr>
        <p:spPr>
          <a:xfrm>
            <a:off x="5806440" y="388010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Esqueça as taxas ocultas de "proteção extra" no balcão. O combinado não sai caro, o nosso contrato é reto e direto.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6-por-qu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6 de 11 · Por que alugar com a Locafacil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6 a 9 de 9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08454"/>
            <a:ext cx="4846320" cy="273817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6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6-por-que-maquinas-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Máquinas selecionadas a dedo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7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6-por-que-maquinas-texto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Só trabalhamos com veículos novos ou recém-revisados das melhores marcas. Sente, ligue e sinta o conforto.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8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6-por-que-atendimento-titulo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Atendimento corpo a corpo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9"/>
          <p:cNvSpPr txBox="1"/>
          <p:nvPr/>
        </p:nvSpPr>
        <p:spPr>
          <a:xfrm>
            <a:off x="5806440" y="36911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6-por-que-atendimento-texto"/>
          <p:cNvSpPr txBox="1"/>
          <p:nvPr/>
        </p:nvSpPr>
        <p:spPr>
          <a:xfrm>
            <a:off x="5806440" y="388010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Quando ligar, não falará com um robô burro. Falará com alguém da equipe focado em resolver seu problema real.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home-06-por-qu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11 · Chamada final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3 de 8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39430"/>
            <a:ext cx="4846320" cy="1876218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 duas linhas.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7-chamada-final-titulo"/>
          <p:cNvSpPr txBox="1"/>
          <p:nvPr/>
        </p:nvSpPr>
        <p:spPr>
          <a:xfrm>
            <a:off x="5806440" y="1240536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Não deixe outro motorista</a:t>
            </a:r>
            <a:endParaRPr lang="pt-BR" sz="1300">
              <a:solidFill>
                <a:srgbClr val="0A1628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pegar o seu carro.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6349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7-chamada-final-texto"/>
          <p:cNvSpPr txBox="1"/>
          <p:nvPr/>
        </p:nvSpPr>
        <p:spPr>
          <a:xfrm>
            <a:off x="5806440" y="2252471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As unidades são limitadas e a procura é alta. Garanta agora a liberdade de dirigir sem complicação e com o melhor custo-benefício do Rio de Janeiro.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07543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Não quebra linha: até ~30 caracteres para caber no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7-chamada-final-botao"/>
          <p:cNvSpPr txBox="1"/>
          <p:nvPr/>
        </p:nvSpPr>
        <p:spPr>
          <a:xfrm>
            <a:off x="5806440" y="326440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Garantir meu carro agora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obs:home-07-chamada-final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7 de 11 · Chamada final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4 a 8 de 8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39430"/>
            <a:ext cx="4846320" cy="1876218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4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'Garantir meu carro agora'.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7-chamada-final-whatsapp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 Quero garantir meu veículo agora!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5"/>
          <p:cNvSpPr txBox="1"/>
          <p:nvPr/>
        </p:nvSpPr>
        <p:spPr>
          <a:xfrm>
            <a:off x="5806440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a ligação no celular.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7-chamada-final-botao-ligar"/>
          <p:cNvSpPr txBox="1"/>
          <p:nvPr/>
        </p:nvSpPr>
        <p:spPr>
          <a:xfrm>
            <a:off x="5806440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Ligar: (21) 96854-0185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6"/>
          <p:cNvSpPr txBox="1"/>
          <p:nvPr/>
        </p:nvSpPr>
        <p:spPr>
          <a:xfrm>
            <a:off x="8907627" y="20177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7-chamada-final-selo"/>
          <p:cNvSpPr txBox="1"/>
          <p:nvPr/>
        </p:nvSpPr>
        <p:spPr>
          <a:xfrm>
            <a:off x="8907627" y="22067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Sem caução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7"/>
          <p:cNvSpPr txBox="1"/>
          <p:nvPr/>
        </p:nvSpPr>
        <p:spPr>
          <a:xfrm>
            <a:off x="5806440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7-chamada-final-selo-2"/>
          <p:cNvSpPr txBox="1"/>
          <p:nvPr/>
        </p:nvSpPr>
        <p:spPr>
          <a:xfrm>
            <a:off x="5806440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Dobro da franquia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8"/>
          <p:cNvSpPr txBox="1"/>
          <p:nvPr/>
        </p:nvSpPr>
        <p:spPr>
          <a:xfrm>
            <a:off x="8907627" y="28315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SELO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7-chamada-final-selo-3"/>
          <p:cNvSpPr txBox="1"/>
          <p:nvPr/>
        </p:nvSpPr>
        <p:spPr>
          <a:xfrm>
            <a:off x="8907627" y="30205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Cancele quando quiser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7-chamada-final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11 · Rodapé (todas as páginas)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4 de 16   ·   lâmina 1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45011"/>
            <a:ext cx="4846320" cy="1665057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Embaixo do logotipo. O mesmo rodapé aparece em todas as páginas.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8-rodape-frase"/>
          <p:cNvSpPr txBox="1"/>
          <p:nvPr/>
        </p:nvSpPr>
        <p:spPr>
          <a:xfrm>
            <a:off x="5806440" y="1240536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 melhor experiência em locação de veículos do Rio de Janeiro. Mobilidade que descomplica.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63495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ao tocar no ícone do WhatsApp do rodapé.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8-rodape-whatsapp"/>
          <p:cNvSpPr txBox="1"/>
          <p:nvPr/>
        </p:nvSpPr>
        <p:spPr>
          <a:xfrm>
            <a:off x="5806440" y="240487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Olá, Locafacil!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029711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8-rodape-links-titulo"/>
          <p:cNvSpPr txBox="1"/>
          <p:nvPr/>
        </p:nvSpPr>
        <p:spPr>
          <a:xfrm>
            <a:off x="5806440" y="337108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Links Rápidos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3029711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Links do rodapé: mudar o menu do topo não muda estes.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8-rodape-link-inicio"/>
          <p:cNvSpPr txBox="1"/>
          <p:nvPr/>
        </p:nvSpPr>
        <p:spPr>
          <a:xfrm>
            <a:off x="8907627" y="337108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Início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home-08-rodap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11 · Rodapé (todas as páginas)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5 a 12 de 16   ·   lâmina 2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45011"/>
            <a:ext cx="4846320" cy="1665057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5"/>
          <p:cNvSpPr txBox="1"/>
          <p:nvPr/>
        </p:nvSpPr>
        <p:spPr>
          <a:xfrm>
            <a:off x="5806440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8-rodape-link-reservar"/>
          <p:cNvSpPr txBox="1"/>
          <p:nvPr/>
        </p:nvSpPr>
        <p:spPr>
          <a:xfrm>
            <a:off x="5806440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Reservar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6"/>
          <p:cNvSpPr txBox="1"/>
          <p:nvPr/>
        </p:nvSpPr>
        <p:spPr>
          <a:xfrm>
            <a:off x="8907627" y="1051560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8-rodape-link-empresas"/>
          <p:cNvSpPr txBox="1"/>
          <p:nvPr/>
        </p:nvSpPr>
        <p:spPr>
          <a:xfrm>
            <a:off x="8907627" y="1240536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Para Empresas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7"/>
          <p:cNvSpPr txBox="1"/>
          <p:nvPr/>
        </p:nvSpPr>
        <p:spPr>
          <a:xfrm>
            <a:off x="5806440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8-rodape-link-contato"/>
          <p:cNvSpPr txBox="1"/>
          <p:nvPr/>
        </p:nvSpPr>
        <p:spPr>
          <a:xfrm>
            <a:off x="5806440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Contato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8"/>
          <p:cNvSpPr txBox="1"/>
          <p:nvPr/>
        </p:nvSpPr>
        <p:spPr>
          <a:xfrm>
            <a:off x="8907627" y="1865376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8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8-rodape-contatos-titulo"/>
          <p:cNvSpPr txBox="1"/>
          <p:nvPr/>
        </p:nvSpPr>
        <p:spPr>
          <a:xfrm>
            <a:off x="8907627" y="2054352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Contatos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9"/>
          <p:cNvSpPr txBox="1"/>
          <p:nvPr/>
        </p:nvSpPr>
        <p:spPr>
          <a:xfrm>
            <a:off x="5806440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9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8-rodape-telefone-fixo"/>
          <p:cNvSpPr txBox="1"/>
          <p:nvPr/>
        </p:nvSpPr>
        <p:spPr>
          <a:xfrm>
            <a:off x="5806440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(21) 2786-1404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rotulo:10"/>
          <p:cNvSpPr txBox="1"/>
          <p:nvPr/>
        </p:nvSpPr>
        <p:spPr>
          <a:xfrm>
            <a:off x="8907627" y="2679192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10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copy:home-08-rodape-celular"/>
          <p:cNvSpPr txBox="1"/>
          <p:nvPr/>
        </p:nvSpPr>
        <p:spPr>
          <a:xfrm>
            <a:off x="8907627" y="28681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(21) 96854-0185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1" name="fixo:rotulo:11"/>
          <p:cNvSpPr txBox="1"/>
          <p:nvPr/>
        </p:nvSpPr>
        <p:spPr>
          <a:xfrm>
            <a:off x="5806440" y="34930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copy:home-08-rodape-email"/>
          <p:cNvSpPr txBox="1"/>
          <p:nvPr/>
        </p:nvSpPr>
        <p:spPr>
          <a:xfrm>
            <a:off x="5806440" y="36819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reservas@locafacilaluguel.com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3" name="fixo:rotulo:12"/>
          <p:cNvSpPr txBox="1"/>
          <p:nvPr/>
        </p:nvSpPr>
        <p:spPr>
          <a:xfrm>
            <a:off x="8907627" y="3493008"/>
            <a:ext cx="291830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4" name="copy:home-08-rodape-endereco-titulo"/>
          <p:cNvSpPr txBox="1"/>
          <p:nvPr/>
        </p:nvSpPr>
        <p:spPr>
          <a:xfrm>
            <a:off x="8907627" y="3681983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Endereço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2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6" name="obs:home-08-rodap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8 de 11 · Rodapé (todas as páginas)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13 a 16 de 16   ·   lâmina 3 de 3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45011"/>
            <a:ext cx="4846320" cy="1665057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3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Quatro linhas.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8-rodape-endereco"/>
          <p:cNvSpPr txBox="1"/>
          <p:nvPr/>
        </p:nvSpPr>
        <p:spPr>
          <a:xfrm>
            <a:off x="5806440" y="1240536"/>
            <a:ext cx="6019495" cy="110032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Cidade da Moda</a:t>
            </a:r>
            <a:endParaRPr lang="pt-BR" sz="1300">
              <a:solidFill>
                <a:srgbClr val="0A1628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Rod. Pres. Dutra, 13900</a:t>
            </a:r>
            <a:endParaRPr lang="pt-BR" sz="1300">
              <a:solidFill>
                <a:srgbClr val="0A1628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Jardim Tropical - Nova Iguaçu</a:t>
            </a:r>
            <a:endParaRPr lang="pt-BR" sz="1300">
              <a:solidFill>
                <a:srgbClr val="0A1628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Rio de Janeiro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14"/>
          <p:cNvSpPr txBox="1"/>
          <p:nvPr/>
        </p:nvSpPr>
        <p:spPr>
          <a:xfrm>
            <a:off x="5806440" y="2459735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 ano muda sozinho.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8-rodape-direitos"/>
          <p:cNvSpPr txBox="1"/>
          <p:nvPr/>
        </p:nvSpPr>
        <p:spPr>
          <a:xfrm>
            <a:off x="5806440" y="2648711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© {ano} Locafacil Aluguel de Veículos. Todos os direitos reservados.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15"/>
          <p:cNvSpPr txBox="1"/>
          <p:nvPr/>
        </p:nvSpPr>
        <p:spPr>
          <a:xfrm>
            <a:off x="5806440" y="327355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LEGENDA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8-rodape-cnpj"/>
          <p:cNvSpPr txBox="1"/>
          <p:nvPr/>
        </p:nvSpPr>
        <p:spPr>
          <a:xfrm>
            <a:off x="5806440" y="346252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CNPJ 30.787.245/0001-71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16"/>
          <p:cNvSpPr txBox="1"/>
          <p:nvPr/>
        </p:nvSpPr>
        <p:spPr>
          <a:xfrm>
            <a:off x="5806440" y="4087368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Assinatura de quem fez o site, combinada na reunião de 29/09/2026.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8-rodape-assinatura"/>
          <p:cNvSpPr txBox="1"/>
          <p:nvPr/>
        </p:nvSpPr>
        <p:spPr>
          <a:xfrm>
            <a:off x="5806440" y="4276344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Feito com amor por Fox TI + Marketins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home-08-rodape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9 de 11 · Popup de desconto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1188719"/>
            <a:ext cx="3840480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sozinho 1,5 segundo depois de a pessoa entrar no site, uma vez por visita. Não aparece durante a reserva.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09-popup-desconto-titulo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Quer um desconto no primeiro aluguel?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09-popup-desconto-texto"/>
          <p:cNvSpPr txBox="1"/>
          <p:nvPr/>
        </p:nvSpPr>
        <p:spPr>
          <a:xfrm>
            <a:off x="5806440" y="22067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Faz contato com a gente. A equipe confere a condição para o seu período e fecha com você na hora.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3029711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09-popup-desconto-botao"/>
          <p:cNvSpPr txBox="1"/>
          <p:nvPr/>
        </p:nvSpPr>
        <p:spPr>
          <a:xfrm>
            <a:off x="5806440" y="32186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Falar no WhatsApp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5806440" y="3843528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MENSAGEM DE WHATSAPP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que já vem escrito no WhatsApp ao tocar em 'Falar no WhatsApp'.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09-popup-desconto-whatsapp"/>
          <p:cNvSpPr txBox="1"/>
          <p:nvPr/>
        </p:nvSpPr>
        <p:spPr>
          <a:xfrm>
            <a:off x="5806440" y="4184903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Vim pelo site e quero saber do desconto no primeiro aluguel.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rotulo:5"/>
          <p:cNvSpPr txBox="1"/>
          <p:nvPr/>
        </p:nvSpPr>
        <p:spPr>
          <a:xfrm>
            <a:off x="5806440" y="4809744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Fecha o popup.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copy:home-09-popup-desconto-fechar"/>
          <p:cNvSpPr txBox="1"/>
          <p:nvPr/>
        </p:nvSpPr>
        <p:spPr>
          <a:xfrm>
            <a:off x="5806440" y="4998720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Agora não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0" name="obs:home-09-popup-descont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10 de 11 · Botão flutuante de atendimento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1 a 4 de 7   ·   lâmina 1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721" y="1188719"/>
            <a:ext cx="2102717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1"/>
          <p:cNvSpPr txBox="1"/>
          <p:nvPr/>
        </p:nvSpPr>
        <p:spPr>
          <a:xfrm>
            <a:off x="5806440" y="1051560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RÓTULO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Balão que aparece sozinho 4 segundos depois de abrir a página (em todas as páginas, menos na reserva).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10-atendimento-balao-nome"/>
          <p:cNvSpPr txBox="1"/>
          <p:nvPr/>
        </p:nvSpPr>
        <p:spPr>
          <a:xfrm>
            <a:off x="5806440" y="13929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2"/>
          <p:cNvSpPr txBox="1"/>
          <p:nvPr/>
        </p:nvSpPr>
        <p:spPr>
          <a:xfrm>
            <a:off x="5806440" y="20177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10-atendimento-balao-texto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Olá! Quer falar com a gente pelo WhatsApp?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3"/>
          <p:cNvSpPr txBox="1"/>
          <p:nvPr/>
        </p:nvSpPr>
        <p:spPr>
          <a:xfrm>
            <a:off x="5806440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BOTÃO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Abre o painel de assuntos.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10-atendimento-balao-botao"/>
          <p:cNvSpPr txBox="1"/>
          <p:nvPr/>
        </p:nvSpPr>
        <p:spPr>
          <a:xfrm>
            <a:off x="5806440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Quero falar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rotulo:4"/>
          <p:cNvSpPr txBox="1"/>
          <p:nvPr/>
        </p:nvSpPr>
        <p:spPr>
          <a:xfrm>
            <a:off x="8907627" y="2831592"/>
            <a:ext cx="2918307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TÍTULO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Painel que abre ao tocar no botão redondo.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copy:home-10-atendimento-painel-titulo"/>
          <p:cNvSpPr txBox="1"/>
          <p:nvPr/>
        </p:nvSpPr>
        <p:spPr>
          <a:xfrm>
            <a:off x="8907627" y="3172968"/>
            <a:ext cx="2918307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Fale com a Locafacil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7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8" name="obs:home-10-atendiment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10 de 11 · Botão flutuante de atendimento (continuação)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   ·   textos 5 a 7 de 7   ·   lâmina 2 de 2 desta parte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fixo:captura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721" y="1188719"/>
            <a:ext cx="2102717" cy="39776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8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Como está hoje no computador. Só para referência: os textos editáveis estão à direita.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9" name="fixo:rotulo:5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5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SUBTÍTULO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copy:home-10-atendimento-painel-subtitulo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Atendimento pelo WhatsApp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1" name="fixo:rotulo:6"/>
          <p:cNvSpPr txBox="1"/>
          <p:nvPr/>
        </p:nvSpPr>
        <p:spPr>
          <a:xfrm>
            <a:off x="5806440" y="1865376"/>
            <a:ext cx="6019495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6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PARÁGRAFO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Os seis assuntos da lista (e as mensagens que eles abrem) estão na apresentação 3, lâmina 'Mensagens prontas do WhatsApp'.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2" name="copy:home-10-atendimento-painel-instrucao"/>
          <p:cNvSpPr txBox="1"/>
          <p:nvPr/>
        </p:nvSpPr>
        <p:spPr>
          <a:xfrm>
            <a:off x="5806440" y="2206752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Escolha o assunto. A mensagem já vai escrita.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3" name="fixo:rotulo:7"/>
          <p:cNvSpPr txBox="1"/>
          <p:nvPr/>
        </p:nvSpPr>
        <p:spPr>
          <a:xfrm>
            <a:off x="5806440" y="283159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7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LINK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Rodapé do painel; abre a ligação.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4" name="copy:home-10-atendimento-painel-telefone"/>
          <p:cNvSpPr txBox="1"/>
          <p:nvPr/>
        </p:nvSpPr>
        <p:spPr>
          <a:xfrm>
            <a:off x="5806440" y="3020568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Prefere telefone? (21) 2786-1404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15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6" name="obs:home-10-atendiment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Parte 11 de 11 · Título e descrição no Google e ao compartilhar</a:t>
            </a:r>
            <a:endParaRPr lang="pt-BR" sz="2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Página: /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painel"/>
          <p:cNvSpPr/>
          <p:nvPr/>
        </p:nvSpPr>
        <p:spPr>
          <a:xfrm>
            <a:off x="365760" y="1051560"/>
            <a:ext cx="5120640" cy="42519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xo:desenho"/>
          <p:cNvSpPr txBox="1"/>
          <p:nvPr/>
        </p:nvSpPr>
        <p:spPr>
          <a:xfrm>
            <a:off x="594360" y="1188719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424245"/>
                </a:solidFill>
                <a:latin typeface="Arial"/>
              </a:rPr>
              <a:t>NO GOOGLE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8" name="fixo:desenho"/>
          <p:cNvSpPr/>
          <p:nvPr/>
        </p:nvSpPr>
        <p:spPr>
          <a:xfrm>
            <a:off x="594360" y="1408175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xo:desenho"/>
          <p:cNvSpPr txBox="1"/>
          <p:nvPr/>
        </p:nvSpPr>
        <p:spPr>
          <a:xfrm>
            <a:off x="777240" y="1408175"/>
            <a:ext cx="4023359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424245"/>
                </a:solidFill>
                <a:latin typeface="Arial"/>
              </a:rPr>
              <a:t>aluguel de carro nova iguaçu</a:t>
            </a:r>
            <a:endParaRPr lang="pt-BR" sz="11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10" name="fixo:desenho"/>
          <p:cNvSpPr/>
          <p:nvPr/>
        </p:nvSpPr>
        <p:spPr>
          <a:xfrm>
            <a:off x="4928616" y="1481328"/>
            <a:ext cx="128016" cy="128016"/>
          </a:xfrm>
          <a:prstGeom prst="ellipse">
            <a:avLst/>
          </a:prstGeom>
          <a:noFill/>
          <a:ln w="19050">
            <a:solidFill>
              <a:srgbClr val="939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fixo:desenho"/>
          <p:cNvCxnSpPr/>
          <p:nvPr/>
        </p:nvCxnSpPr>
        <p:spPr>
          <a:xfrm>
            <a:off x="5038344" y="1591055"/>
            <a:ext cx="64008" cy="64008"/>
          </a:xfrm>
          <a:prstGeom prst="line">
            <a:avLst/>
          </a:prstGeom>
          <a:ln w="19050">
            <a:solidFill>
              <a:srgbClr val="939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ixo:desenho"/>
          <p:cNvSpPr/>
          <p:nvPr/>
        </p:nvSpPr>
        <p:spPr>
          <a:xfrm>
            <a:off x="594360" y="1810511"/>
            <a:ext cx="4663440" cy="157581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xo:desenho"/>
          <p:cNvSpPr/>
          <p:nvPr/>
        </p:nvSpPr>
        <p:spPr>
          <a:xfrm>
            <a:off x="960120" y="1929383"/>
            <a:ext cx="274320" cy="274320"/>
          </a:xfrm>
          <a:prstGeom prst="ellipse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ixo:desenh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89" y="1979675"/>
            <a:ext cx="144981" cy="173736"/>
          </a:xfrm>
          <a:prstGeom prst="rect">
            <a:avLst/>
          </a:prstGeom>
        </p:spPr>
      </p:pic>
      <p:sp>
        <p:nvSpPr>
          <p:cNvPr id="15" name="fixo:desenho"/>
          <p:cNvSpPr txBox="1"/>
          <p:nvPr/>
        </p:nvSpPr>
        <p:spPr>
          <a:xfrm>
            <a:off x="1325880" y="1901951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</a:rPr>
              <a:t>Locafacil</a:t>
            </a:r>
            <a:endParaRPr lang="pt-BR" sz="1100">
              <a:solidFill>
                <a:srgbClr val="202124"/>
              </a:solidFill>
              <a:latin typeface="Arial"/>
            </a:endParaRPr>
          </a:p>
        </p:txBody>
      </p:sp>
      <p:sp>
        <p:nvSpPr>
          <p:cNvPr id="16" name="fixo:desenho"/>
          <p:cNvSpPr txBox="1"/>
          <p:nvPr/>
        </p:nvSpPr>
        <p:spPr>
          <a:xfrm>
            <a:off x="1325880" y="2066543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D5156"/>
                </a:solidFill>
                <a:latin typeface="Arial"/>
              </a:rPr>
              <a:t>https://locafacil-nine.vercel.app</a:t>
            </a:r>
            <a:endParaRPr lang="pt-BR" sz="1000">
              <a:solidFill>
                <a:srgbClr val="4D5156"/>
              </a:solidFill>
              <a:latin typeface="Arial"/>
            </a:endParaRPr>
          </a:p>
        </p:txBody>
      </p:sp>
      <p:sp>
        <p:nvSpPr>
          <p:cNvPr id="17" name="fixo:selo"/>
          <p:cNvSpPr/>
          <p:nvPr/>
        </p:nvSpPr>
        <p:spPr>
          <a:xfrm>
            <a:off x="667512" y="2285999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fixo:desenho"/>
          <p:cNvSpPr txBox="1"/>
          <p:nvPr/>
        </p:nvSpPr>
        <p:spPr>
          <a:xfrm>
            <a:off x="978408" y="2267711"/>
            <a:ext cx="4160520" cy="469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1A0DAB"/>
                </a:solidFill>
                <a:latin typeface="Arial"/>
              </a:rPr>
              <a:t>Locafacil | Aluguel de Veículos Sem Burocracia - Carros e Motos no RJ</a:t>
            </a:r>
            <a:endParaRPr lang="pt-BR" sz="1300">
              <a:solidFill>
                <a:srgbClr val="1A0DAB"/>
              </a:solidFill>
              <a:latin typeface="Arial"/>
            </a:endParaRPr>
          </a:p>
        </p:txBody>
      </p:sp>
      <p:sp>
        <p:nvSpPr>
          <p:cNvPr id="19" name="fixo:selo"/>
          <p:cNvSpPr/>
          <p:nvPr/>
        </p:nvSpPr>
        <p:spPr>
          <a:xfrm>
            <a:off x="667512" y="2755391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fixo:desenho"/>
          <p:cNvSpPr txBox="1"/>
          <p:nvPr/>
        </p:nvSpPr>
        <p:spPr>
          <a:xfrm>
            <a:off x="978408" y="2737103"/>
            <a:ext cx="416052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 i="0">
                <a:solidFill>
                  <a:srgbClr val="4D5156"/>
                </a:solidFill>
                <a:latin typeface="Arial"/>
              </a:rPr>
              <a:t>Alugue carros e motos sem caução e com o dobro da franquia. A Locafacil oferece a melhor experiência em locação de veículos no Rio de Janeiro.</a:t>
            </a:r>
            <a:endParaRPr lang="pt-BR" sz="1100">
              <a:solidFill>
                <a:srgbClr val="4D5156"/>
              </a:solidFill>
              <a:latin typeface="Arial"/>
            </a:endParaRPr>
          </a:p>
        </p:txBody>
      </p:sp>
      <p:sp>
        <p:nvSpPr>
          <p:cNvPr id="21" name="fixo:desenho"/>
          <p:cNvSpPr txBox="1"/>
          <p:nvPr/>
        </p:nvSpPr>
        <p:spPr>
          <a:xfrm>
            <a:off x="594360" y="353263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424245"/>
                </a:solidFill>
                <a:latin typeface="Arial"/>
              </a:rPr>
              <a:t>AO COMPARTILHAR O LINK (WHATSAPP, FACEBOOK)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22" name="fixo:desenho"/>
          <p:cNvSpPr/>
          <p:nvPr/>
        </p:nvSpPr>
        <p:spPr>
          <a:xfrm>
            <a:off x="594360" y="3752088"/>
            <a:ext cx="4663440" cy="124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xo:desenho"/>
          <p:cNvSpPr/>
          <p:nvPr/>
        </p:nvSpPr>
        <p:spPr>
          <a:xfrm>
            <a:off x="594360" y="3752088"/>
            <a:ext cx="868680" cy="1249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fixo:desenh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74343"/>
            <a:ext cx="685800" cy="205168"/>
          </a:xfrm>
          <a:prstGeom prst="rect">
            <a:avLst/>
          </a:prstGeom>
        </p:spPr>
      </p:pic>
      <p:sp>
        <p:nvSpPr>
          <p:cNvPr id="25" name="fixo:desenho"/>
          <p:cNvSpPr txBox="1"/>
          <p:nvPr/>
        </p:nvSpPr>
        <p:spPr>
          <a:xfrm>
            <a:off x="1874520" y="3843528"/>
            <a:ext cx="3291839" cy="1828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00" b="0" i="0">
                <a:solidFill>
                  <a:srgbClr val="4D5156"/>
                </a:solidFill>
                <a:latin typeface="Arial"/>
              </a:rPr>
              <a:t>locafacil-nine.vercel.app</a:t>
            </a:r>
            <a:endParaRPr lang="pt-BR" sz="1000">
              <a:solidFill>
                <a:srgbClr val="4D5156"/>
              </a:solidFill>
              <a:latin typeface="Arial"/>
            </a:endParaRPr>
          </a:p>
        </p:txBody>
      </p:sp>
      <p:sp>
        <p:nvSpPr>
          <p:cNvPr id="26" name="fixo:selo"/>
          <p:cNvSpPr/>
          <p:nvPr/>
        </p:nvSpPr>
        <p:spPr>
          <a:xfrm>
            <a:off x="1554480" y="406298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fixo:desenho"/>
          <p:cNvSpPr txBox="1"/>
          <p:nvPr/>
        </p:nvSpPr>
        <p:spPr>
          <a:xfrm>
            <a:off x="1874520" y="4044695"/>
            <a:ext cx="3291839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111B21"/>
                </a:solidFill>
                <a:latin typeface="Arial"/>
              </a:rPr>
              <a:t>Locafacil | Sua Liberdade Sobre Rodas. Zero Burocracia.</a:t>
            </a:r>
            <a:endParaRPr lang="pt-BR" sz="1200">
              <a:solidFill>
                <a:srgbClr val="111B21"/>
              </a:solidFill>
              <a:latin typeface="Arial"/>
            </a:endParaRPr>
          </a:p>
        </p:txBody>
      </p:sp>
      <p:sp>
        <p:nvSpPr>
          <p:cNvPr id="28" name="fixo:selo"/>
          <p:cNvSpPr/>
          <p:nvPr/>
        </p:nvSpPr>
        <p:spPr>
          <a:xfrm>
            <a:off x="1554480" y="4520183"/>
            <a:ext cx="237744" cy="237744"/>
          </a:xfrm>
          <a:prstGeom prst="ellipse">
            <a:avLst/>
          </a:prstGeom>
          <a:solidFill>
            <a:srgbClr val="062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fixo:desenho"/>
          <p:cNvSpPr txBox="1"/>
          <p:nvPr/>
        </p:nvSpPr>
        <p:spPr>
          <a:xfrm>
            <a:off x="1874520" y="4501896"/>
            <a:ext cx="3291839" cy="4267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0" i="0">
                <a:solidFill>
                  <a:srgbClr val="4D5156"/>
                </a:solidFill>
                <a:latin typeface="Arial"/>
              </a:rPr>
              <a:t>Aluguel de veículos sem caução e com o dobro da franquia. Frota premium no RJ.</a:t>
            </a:r>
            <a:endParaRPr lang="pt-BR" sz="1100">
              <a:solidFill>
                <a:srgbClr val="4D5156"/>
              </a:solidFill>
              <a:latin typeface="Arial"/>
            </a:endParaRPr>
          </a:p>
        </p:txBody>
      </p:sp>
      <p:sp>
        <p:nvSpPr>
          <p:cNvPr id="30" name="fixo:legenda"/>
          <p:cNvSpPr txBox="1"/>
          <p:nvPr/>
        </p:nvSpPr>
        <p:spPr>
          <a:xfrm>
            <a:off x="365760" y="53492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24245"/>
                </a:solidFill>
                <a:latin typeface="Arial"/>
              </a:rPr>
              <a:t>Representação (não é captura): como o site aparece no Google e ao compartilhar.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1" name="fixo:rotulo:1"/>
          <p:cNvSpPr txBox="1"/>
          <p:nvPr/>
        </p:nvSpPr>
        <p:spPr>
          <a:xfrm>
            <a:off x="5806440" y="1051560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1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GOOGLE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Título da aba do navegador e do resultado no Google. Ideal até ~60 caracteres.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2" name="copy:home-11-seo-title"/>
          <p:cNvSpPr txBox="1"/>
          <p:nvPr/>
        </p:nvSpPr>
        <p:spPr>
          <a:xfrm>
            <a:off x="5806440" y="1240536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 | Aluguel de Veículos Sem Burocracia - Carros e Motos no RJ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3" name="fixo:rotulo:2"/>
          <p:cNvSpPr txBox="1"/>
          <p:nvPr/>
        </p:nvSpPr>
        <p:spPr>
          <a:xfrm>
            <a:off x="5806440" y="1865376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2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GOOGLE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Descrição embaixo do título no Google. Ideal até ~155 caracteres.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4" name="copy:home-11-seo-description"/>
          <p:cNvSpPr txBox="1"/>
          <p:nvPr/>
        </p:nvSpPr>
        <p:spPr>
          <a:xfrm>
            <a:off x="5806440" y="2054352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Alugue carros e motos sem caução e com o dobro da franquia. A Locafacil oferece a melhor experiência em locação de veículos no Rio de Janeiro.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5" name="fixo:rotulo:3"/>
          <p:cNvSpPr txBox="1"/>
          <p:nvPr/>
        </p:nvSpPr>
        <p:spPr>
          <a:xfrm>
            <a:off x="5806440" y="2877312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3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GOOGLE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Título do cartão quando o link é compartilhado (WhatsApp, Facebook).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6" name="copy:home-11-seo-og-title"/>
          <p:cNvSpPr txBox="1"/>
          <p:nvPr/>
        </p:nvSpPr>
        <p:spPr>
          <a:xfrm>
            <a:off x="5806440" y="3066287"/>
            <a:ext cx="6019495" cy="505968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Locafacil | Sua Liberdade Sobre Rodas. Zero Burocracia.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7" name="fixo:rotulo:4"/>
          <p:cNvSpPr txBox="1"/>
          <p:nvPr/>
        </p:nvSpPr>
        <p:spPr>
          <a:xfrm>
            <a:off x="5806440" y="3691127"/>
            <a:ext cx="601949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628DA"/>
                </a:solidFill>
                <a:latin typeface="Arial"/>
              </a:rPr>
              <a:t>4</a:t>
            </a:r>
            <a:r>
              <a:rPr sz="1000" b="1" i="0">
                <a:solidFill>
                  <a:srgbClr val="939598"/>
                </a:solidFill>
                <a:latin typeface="Arial"/>
              </a:rPr>
              <a:t> · GOOGLE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Texto do cartão quando o link é compartilhado.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38" name="copy:home-11-seo-og-description"/>
          <p:cNvSpPr txBox="1"/>
          <p:nvPr/>
        </p:nvSpPr>
        <p:spPr>
          <a:xfrm>
            <a:off x="5806440" y="3880104"/>
            <a:ext cx="6019495" cy="704087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0A1628"/>
                </a:solidFill>
                <a:latin typeface="Arial"/>
              </a:rPr>
              <a:t>Aluguel de veículos sem caução e com o dobro da franquia. Frota premium no RJ.</a:t>
            </a:r>
            <a:endParaRPr lang="pt-BR" sz="1300">
              <a:solidFill>
                <a:srgbClr val="0A1628"/>
              </a:solidFill>
              <a:latin typeface="Arial"/>
            </a:endParaRPr>
          </a:p>
        </p:txBody>
      </p:sp>
      <p:sp>
        <p:nvSpPr>
          <p:cNvPr id="39" name="fixo:obs-titulo"/>
          <p:cNvSpPr txBox="1"/>
          <p:nvPr/>
        </p:nvSpPr>
        <p:spPr>
          <a:xfrm>
            <a:off x="365760" y="5669280"/>
            <a:ext cx="1146017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Arial"/>
              </a:rPr>
              <a:t>Observações desta parte</a:t>
            </a:r>
            <a:r>
              <a:rPr sz="1000" b="0" i="0">
                <a:solidFill>
                  <a:srgbClr val="424245"/>
                </a:solidFill>
                <a:latin typeface="Arial"/>
              </a:rPr>
              <a:t>   opcional: mudar a ordem, trocar imagem, ideia nova…</a:t>
            </a:r>
            <a:endParaRPr lang="pt-BR" sz="10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40" name="obs:home-11-seo"/>
          <p:cNvSpPr txBox="1"/>
          <p:nvPr/>
        </p:nvSpPr>
        <p:spPr>
          <a:xfrm>
            <a:off x="365760" y="5916168"/>
            <a:ext cx="11460175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0A1628"/>
                </a:solidFill>
                <a:latin typeface="Arial"/>
              </a:rPr>
              <a:t/>
            </a:r>
            <a:endParaRPr lang="pt-BR" sz="12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o:faixa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ixo: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598" y="269748"/>
            <a:ext cx="1100336" cy="329184"/>
          </a:xfrm>
          <a:prstGeom prst="rect">
            <a:avLst/>
          </a:prstGeom>
        </p:spPr>
      </p:pic>
      <p:sp>
        <p:nvSpPr>
          <p:cNvPr id="4" name="fixo:titulo"/>
          <p:cNvSpPr txBox="1"/>
          <p:nvPr/>
        </p:nvSpPr>
        <p:spPr>
          <a:xfrm>
            <a:off x="365760" y="118872"/>
            <a:ext cx="999407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Espaço livre</a:t>
            </a:r>
            <a:endParaRPr lang="pt-BR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fixo:subtitulo"/>
          <p:cNvSpPr txBox="1"/>
          <p:nvPr/>
        </p:nvSpPr>
        <p:spPr>
          <a:xfrm>
            <a:off x="365760" y="512064"/>
            <a:ext cx="999407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B9C3D6"/>
                </a:solidFill>
                <a:latin typeface="Arial"/>
              </a:rPr>
              <a:t>Última lâmina</a:t>
            </a:r>
            <a:endParaRPr lang="pt-BR" sz="1200">
              <a:solidFill>
                <a:srgbClr val="B9C3D6"/>
              </a:solidFill>
              <a:latin typeface="Arial"/>
            </a:endParaRPr>
          </a:p>
        </p:txBody>
      </p:sp>
      <p:sp>
        <p:nvSpPr>
          <p:cNvPr id="6" name="fixo:texto"/>
          <p:cNvSpPr txBox="1"/>
          <p:nvPr/>
        </p:nvSpPr>
        <p:spPr>
          <a:xfrm>
            <a:off x="365760" y="105156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24245"/>
                </a:solidFill>
                <a:latin typeface="Arial"/>
              </a:rPr>
              <a:t>Escreva qualquer pedido que não coube nas lâminas: texto novo, seção nova, referência. Pode colar imagens aqui.</a:t>
            </a:r>
            <a:endParaRPr lang="pt-BR" sz="1400">
              <a:solidFill>
                <a:srgbClr val="424245"/>
              </a:solidFill>
              <a:latin typeface="Arial"/>
            </a:endParaRPr>
          </a:p>
        </p:txBody>
      </p:sp>
      <p:sp>
        <p:nvSpPr>
          <p:cNvPr id="7" name="livre"/>
          <p:cNvSpPr txBox="1"/>
          <p:nvPr/>
        </p:nvSpPr>
        <p:spPr>
          <a:xfrm>
            <a:off x="365760" y="1645920"/>
            <a:ext cx="11460175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5DD"/>
            </a:solidFill>
          </a:ln>
        </p:spPr>
        <p:txBody>
          <a:bodyPr wrap="square" tIns="54864" bIns="54864" anchor="t">
            <a:noAutofit/>
          </a:bodyPr>
          <a:lstStyle/>
          <a:p>
            <a:pPr algn="l"/>
            <a:r>
              <a:rPr sz="1400" b="0" i="0">
                <a:solidFill>
                  <a:srgbClr val="0A1628"/>
                </a:solidFill>
                <a:latin typeface="Arial"/>
              </a:rPr>
              <a:t/>
            </a:r>
            <a:endParaRPr lang="pt-BR" sz="1400">
              <a:solidFill>
                <a:srgbClr val="0A162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