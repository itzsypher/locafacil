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como-editar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reserva-01-busca-titulo | Reserve seu veículo</a:t>
            </a:r>
          </a:p>
          <a:p>
            <a:r>
              <a:t>2 | reserva-01-busca-formulario-titulo | Encontre o veículo perfeito em segundos</a:t>
            </a:r>
          </a:p>
          <a:p>
            <a:r>
              <a:t>3 | reserva-01-busca-retirada-local | Local de retirada</a:t>
            </a:r>
          </a:p>
          <a:p>
            <a:r>
              <a:t>4 | reserva-01-busca-selecione | Selecione</a:t>
            </a:r>
          </a:p>
          <a:p>
            <a:r>
              <a:t>obs | reserva-01-busca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| reserva-01-busca-devolucao-local | Local de devolução</a:t>
            </a:r>
          </a:p>
          <a:p>
            <a:r>
              <a:t>6 | reserva-01-busca-mesmo-local | Mesmo local da retirada</a:t>
            </a:r>
          </a:p>
          <a:p>
            <a:r>
              <a:t>7 | reserva-01-busca-retirada | Retirada</a:t>
            </a:r>
          </a:p>
          <a:p>
            <a:r>
              <a:t>8 | reserva-01-busca-devolucao | Devolução</a:t>
            </a:r>
          </a:p>
          <a:p>
            <a:r>
              <a:t>9 | reserva-01-busca-hora | Hora</a:t>
            </a:r>
          </a:p>
          <a:p>
            <a:r>
              <a:t>10 | reserva-01-busca-horario-loja | {loja} atende {horários}</a:t>
            </a:r>
          </a:p>
          <a:p>
            <a:r>
              <a:t>11 | reserva-01-busca-botao | Buscar veículo</a:t>
            </a:r>
          </a:p>
          <a:p>
            <a:r>
              <a:t>12 | reserva-01-busca-botao-carregando | Buscando veículos</a:t>
            </a:r>
          </a:p>
          <a:p>
            <a:r>
              <a:t>obs | reserva-01-busca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| reserva-01-busca-loja-fechada | A loja não abre {dias}.</a:t>
            </a:r>
          </a:p>
          <a:p>
            <a:r>
              <a:t>14 | reserva-01-busca-erro-locais | Não foi possível carregar os locais disponíveis. Tente novamente em instantes.</a:t>
            </a:r>
          </a:p>
          <a:p>
            <a:r>
              <a:t>15 | reserva-01-busca-erro-campos | Preencha o local de retirada e as duas datas para buscar.</a:t>
            </a:r>
          </a:p>
          <a:p>
            <a:r>
              <a:t>16 | reserva-01-busca-erro-dia-fechado | A loja não abre {dias}. Escolha outro dia para a retirada.</a:t>
            </a:r>
          </a:p>
          <a:p>
            <a:r>
              <a:t>obs | reserva-01-busca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| reserva-01-busca-erro-horario | Escolha o horário de retirada e de devolução.</a:t>
            </a:r>
          </a:p>
          <a:p>
            <a:r>
              <a:t>18 | reserva-01-busca-erro-antecedencia | A retirada precisa de pelo menos {horas}h de antecedência nesta loja.</a:t>
            </a:r>
          </a:p>
          <a:p>
            <a:r>
              <a:t>19 | reserva-01-busca-erro-periodo | O período mínimo de locação é de {horas}h.</a:t>
            </a:r>
          </a:p>
          <a:p>
            <a:r>
              <a:t>20 | reserva-01-busca-limpar-datas | Limpar as datas</a:t>
            </a:r>
          </a:p>
          <a:p>
            <a:r>
              <a:t>obs | reserva-01-busca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reserva-02-veiculos-etapa-1 | Veículo</a:t>
            </a:r>
          </a:p>
          <a:p>
            <a:r>
              <a:t>2 | reserva-02-veiculos-etapa-2 | Opcionais</a:t>
            </a:r>
          </a:p>
          <a:p>
            <a:r>
              <a:t>3 | reserva-02-veiculos-etapa-3 | Seus Dados</a:t>
            </a:r>
          </a:p>
          <a:p>
            <a:r>
              <a:t>4 | reserva-02-veiculos-etapa-4 | Revisão</a:t>
            </a:r>
          </a:p>
          <a:p>
            <a:r>
              <a:t>5 | reserva-02-veiculos-titulo | Escolha seu veículo</a:t>
            </a:r>
          </a:p>
          <a:p>
            <a:r>
              <a:t>6 | reserva-02-veiculos-resumo-retirada | Retirada</a:t>
            </a:r>
          </a:p>
          <a:p>
            <a:r>
              <a:t>7 | reserva-02-veiculos-resumo-devolucao | Devolução</a:t>
            </a:r>
          </a:p>
          <a:p>
            <a:r>
              <a:t>obs | reserva-02-veiculos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| reserva-02-veiculos-resumo-periodo | Período de {n} diárias</a:t>
            </a:r>
          </a:p>
          <a:p>
            <a:r>
              <a:t>9 | reserva-02-veiculos-diarias | {n} diárias</a:t>
            </a:r>
          </a:p>
          <a:p>
            <a:r>
              <a:t>10 | reserva-02-veiculos-resumo-alterar | Alterar datas ou loja</a:t>
            </a:r>
          </a:p>
          <a:p>
            <a:r>
              <a:t>11 | reserva-02-veiculos-demonstracao | Valores de demonstração enquanto a integração com o sistema da loja é liberada.</a:t>
            </a:r>
          </a:p>
          <a:p>
            <a:r>
              <a:t>12 | reserva-02-veiculos-filtro-automatico | Automático</a:t>
            </a:r>
          </a:p>
          <a:p>
            <a:r>
              <a:t>13 | reserva-02-veiculos-filtro-ar | Ar-condicionado</a:t>
            </a:r>
          </a:p>
          <a:p>
            <a:r>
              <a:t>obs | reserva-02-veiculos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| reserva-02-veiculos-filtro-lugares | 5 lugares</a:t>
            </a:r>
          </a:p>
          <a:p>
            <a:r>
              <a:t>15 | reserva-02-veiculos-limpar-filtros | Limpar filtros</a:t>
            </a:r>
          </a:p>
          <a:p>
            <a:r>
              <a:t>16 | reserva-02-veiculos-contagem | {n} grupos disponíveis · preços por mais {tempo}</a:t>
            </a:r>
          </a:p>
          <a:p>
            <a:r>
              <a:t>17 | reserva-02-veiculos-imagem-legenda | {modelo} ou similar · imagem ilustrativa</a:t>
            </a:r>
          </a:p>
          <a:p>
            <a:r>
              <a:t>18 | reserva-02-veiculos-pessoas | {n} pessoas</a:t>
            </a:r>
          </a:p>
          <a:p>
            <a:r>
              <a:t>19 | reserva-02-veiculos-malas | {n} malas</a:t>
            </a:r>
          </a:p>
          <a:p>
            <a:r>
              <a:t>20 | reserva-02-veiculos-ar | Ar-condicionado</a:t>
            </a:r>
          </a:p>
          <a:p>
            <a:r>
              <a:t>21 | reserva-02-veiculos-sem-ar | Sem ar</a:t>
            </a:r>
          </a:p>
          <a:p>
            <a:r>
              <a:t>obs | reserva-02-veiculos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| reserva-02-veiculos-km-livre | Km livre</a:t>
            </a:r>
          </a:p>
          <a:p>
            <a:r>
              <a:t>23 | reserva-02-veiculos-km-controlada | Km controlada ({franquia} km)</a:t>
            </a:r>
          </a:p>
          <a:p>
            <a:r>
              <a:t>24 | reserva-02-veiculos-detalhes | Ver detalhes e composição do valor</a:t>
            </a:r>
          </a:p>
          <a:p>
            <a:r>
              <a:t>25 | reserva-02-veiculos-total-rotulo | Total do período</a:t>
            </a:r>
          </a:p>
          <a:p>
            <a:r>
              <a:t>26 | reserva-02-veiculos-por-dia | {n} diárias · {valor} por dia</a:t>
            </a:r>
          </a:p>
          <a:p>
            <a:r>
              <a:t>27 | reserva-02-veiculos-escolher | Escolher {grupo}</a:t>
            </a:r>
          </a:p>
          <a:p>
            <a:r>
              <a:t>28 | reserva-02-veiculos-nota-grupo | A reserva é feita por grupo de veículos, não por modelo específico. O carro entregue pertence ao grupo escolhido.</a:t>
            </a:r>
          </a:p>
          <a:p>
            <a:r>
              <a:t>obs | reserva-02-veiculos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reserva-03-veiculos-detalhes-titulo | {grupo} · detalhes</a:t>
            </a:r>
          </a:p>
          <a:p>
            <a:r>
              <a:t>2 | reserva-03-veiculos-detalhes-caracteristicas | Características incluídas</a:t>
            </a:r>
          </a:p>
          <a:p>
            <a:r>
              <a:t>3 | reserva-03-veiculos-detalhes-passageiros | Passageiros</a:t>
            </a:r>
          </a:p>
          <a:p>
            <a:r>
              <a:t>4 | reserva-03-veiculos-detalhes-portas | Portas</a:t>
            </a:r>
          </a:p>
          <a:p>
            <a:r>
              <a:t>5 | reserva-03-veiculos-detalhes-transmissao | Transmissão</a:t>
            </a:r>
          </a:p>
          <a:p>
            <a:r>
              <a:t>6 | reserva-03-veiculos-detalhes-ar | Ar-condicionado</a:t>
            </a:r>
          </a:p>
          <a:p>
            <a:r>
              <a:t>7 | reserva-03-veiculos-detalhes-ar-sim | Sim</a:t>
            </a:r>
          </a:p>
          <a:p>
            <a:r>
              <a:t>obs | reserva-03-veiculos-detalhes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| reserva-03-veiculos-detalhes-ar-nao | Não</a:t>
            </a:r>
          </a:p>
          <a:p>
            <a:r>
              <a:t>9 | reserva-03-veiculos-detalhes-bagagem | Bagagem</a:t>
            </a:r>
          </a:p>
          <a:p>
            <a:r>
              <a:t>10 | reserva-03-veiculos-detalhes-quilometragem | Quilometragem</a:t>
            </a:r>
          </a:p>
          <a:p>
            <a:r>
              <a:t>11 | reserva-03-veiculos-detalhes-composicao | Composição do valor</a:t>
            </a:r>
          </a:p>
          <a:p>
            <a:r>
              <a:t>12 | reserva-03-veiculos-detalhes-total | Total de {n} diárias</a:t>
            </a:r>
          </a:p>
          <a:p>
            <a:r>
              <a:t>13 | reserva-03-veiculos-detalhes-nota | Proteções e itens opcionais são escolhidos na próxima etapa e somam ao total.</a:t>
            </a:r>
          </a:p>
          <a:p>
            <a:r>
              <a:t>14 | reserva-03-veiculos-detalhes-botao | Escolher este grupo</a:t>
            </a:r>
          </a:p>
          <a:p>
            <a:r>
              <a:t>obs | reserva-03-veiculos-detalhes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reserva-04-veiculos-avisos-erro-titulo | Não foi possível buscar os veículos</a:t>
            </a:r>
          </a:p>
          <a:p>
            <a:r>
              <a:t>2 | reserva-04-veiculos-avisos-erro-rede | Não foi possível buscar veículos disponíveis.</a:t>
            </a:r>
          </a:p>
          <a:p>
            <a:r>
              <a:t>3 | reserva-04-veiculos-avisos-erro-sistema | Não há veículos disponíveis para o período solicitado.</a:t>
            </a:r>
          </a:p>
          <a:p>
            <a:r>
              <a:t>4 | reserva-04-veiculos-avisos-erro-inesperado | Erro inesperado. Tente novamente.</a:t>
            </a:r>
          </a:p>
          <a:p>
            <a:r>
              <a:t>5 | reserva-04-veiculos-avisos-erro-botao | Refazer a busca</a:t>
            </a:r>
          </a:p>
          <a:p>
            <a:r>
              <a:t>obs | reserva-04-veiculos-avisos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| reserva-04-veiculos-avisos-expirou-titulo | Os preços desta busca expiraram</a:t>
            </a:r>
          </a:p>
          <a:p>
            <a:r>
              <a:t>7 | reserva-04-veiculos-avisos-expirou-texto | A cotação vale por tempo limitado. Refaça a busca para ver os valores atualizados.</a:t>
            </a:r>
          </a:p>
          <a:p>
            <a:r>
              <a:t>8 | reserva-04-veiculos-avisos-expirou-botao | Buscar de novo</a:t>
            </a:r>
          </a:p>
          <a:p>
            <a:r>
              <a:t>9 | reserva-04-veiculos-avisos-vazio-titulo | Nenhum veículo para este período</a:t>
            </a:r>
          </a:p>
          <a:p>
            <a:r>
              <a:t>obs | reserva-04-veiculos-avisos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| reserva-04-veiculos-avisos-vazio-texto | Tente ampliar as datas ou escolher outra loja de retirada.</a:t>
            </a:r>
          </a:p>
          <a:p>
            <a:r>
              <a:t>11 | reserva-04-veiculos-avisos-vazio-botao | Alterar busca</a:t>
            </a:r>
          </a:p>
          <a:p>
            <a:r>
              <a:t>12 | reserva-04-veiculos-avisos-filtros-titulo | Nenhum grupo com esses filtros</a:t>
            </a:r>
          </a:p>
          <a:p>
            <a:r>
              <a:t>13 | reserva-04-veiculos-avisos-filtros-texto | Há {n} grupos disponíveis no período — os filtros escolhidos deixaram todos de fora.</a:t>
            </a:r>
          </a:p>
          <a:p>
            <a:r>
              <a:t>14 | reserva-04-veiculos-avisos-filtros-botao | Limpar filtros</a:t>
            </a:r>
          </a:p>
          <a:p>
            <a:r>
              <a:t>obs | reserva-04-veiculos-avisos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reserva-05-extras-titulo | Proteções e opcionais</a:t>
            </a:r>
          </a:p>
          <a:p>
            <a:r>
              <a:t>2 | reserva-05-extras-veiculo-rotulo | Veículo escolhido</a:t>
            </a:r>
          </a:p>
          <a:p>
            <a:r>
              <a:t>3 | reserva-05-extras-trocar-grupo | Trocar de grupo</a:t>
            </a:r>
          </a:p>
          <a:p>
            <a:r>
              <a:t>4 | reserva-05-extras-protecao-titulo | Proteção</a:t>
            </a:r>
          </a:p>
          <a:p>
            <a:r>
              <a:t>5 | reserva-05-extras-protecao-texto | Obrigatória para retirar o veículo. Escolha uma das opções.</a:t>
            </a:r>
          </a:p>
          <a:p>
            <a:r>
              <a:t>6 | reserva-05-extras-inclusa | Inclusa na diária</a:t>
            </a:r>
          </a:p>
          <a:p>
            <a:r>
              <a:t>7 | reserva-05-extras-por-dia | {valor}/dia</a:t>
            </a:r>
          </a:p>
          <a:p>
            <a:r>
              <a:t>obs | reserva-05-extras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| reserva-05-extras-o-que-cobre | O que esta proteção cobre</a:t>
            </a:r>
          </a:p>
          <a:p>
            <a:r>
              <a:t>9 | reserva-05-extras-janela-titulo | Proteção {nome}</a:t>
            </a:r>
          </a:p>
          <a:p>
            <a:r>
              <a:t>10 | reserva-05-extras-janela-diarias | {n} diárias de proteção</a:t>
            </a:r>
          </a:p>
          <a:p>
            <a:r>
              <a:t>11 | reserva-05-extras-janela-inclusa | Inclusa na diária</a:t>
            </a:r>
          </a:p>
          <a:p>
            <a:r>
              <a:t>12 | reserva-05-extras-opcionais-titulo | Itens opcionais</a:t>
            </a:r>
          </a:p>
          <a:p>
            <a:r>
              <a:t>13 | reserva-05-extras-opcionais-texto | Adicione o que precisar. Pode ficar para depois.</a:t>
            </a:r>
          </a:p>
          <a:p>
            <a:r>
              <a:t>obs | reserva-05-extras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| reserva-05-extras-opcionais-vazio | Esta loja não oferece itens opcionais para o período escolhido.</a:t>
            </a:r>
          </a:p>
          <a:p>
            <a:r>
              <a:t>15 | reserva-05-extras-opcional-preco | {valor} por dia · {valor} no período</a:t>
            </a:r>
          </a:p>
          <a:p>
            <a:r>
              <a:t>16 | reserva-05-extras-resumo-protecao | Proteção {nome}</a:t>
            </a:r>
          </a:p>
          <a:p>
            <a:r>
              <a:t>17 | reserva-05-extras-resumo-inclusa | Inclusa</a:t>
            </a:r>
          </a:p>
          <a:p>
            <a:r>
              <a:t>18 | reserva-05-extras-total | Total</a:t>
            </a:r>
          </a:p>
          <a:p>
            <a:r>
              <a:t>19 | reserva-05-extras-erro-protecao | Escolha uma proteção para continuar.</a:t>
            </a:r>
          </a:p>
          <a:p>
            <a:r>
              <a:t>20 | reserva-05-extras-voltar | Voltar</a:t>
            </a:r>
          </a:p>
          <a:p>
            <a:r>
              <a:t>21 | reserva-05-extras-continuar | Continuar para seus dados</a:t>
            </a:r>
          </a:p>
          <a:p>
            <a:r>
              <a:t>obs | reserva-05-extras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reserva-06-dados-titulo | Seus dados</a:t>
            </a:r>
          </a:p>
          <a:p>
            <a:r>
              <a:t>2 | reserva-06-dados-subtitulo | Precisamos deles para emitir o contrato de locação. Nada é cobrado nesta etapa.</a:t>
            </a:r>
          </a:p>
          <a:p>
            <a:r>
              <a:t>3 | reserva-06-dados-condutor | Condutor</a:t>
            </a:r>
          </a:p>
          <a:p>
            <a:r>
              <a:t>4 | reserva-06-dados-nome | Nome</a:t>
            </a:r>
          </a:p>
          <a:p>
            <a:r>
              <a:t>5 | reserva-06-dados-nome-exemplo | João</a:t>
            </a:r>
          </a:p>
          <a:p>
            <a:r>
              <a:t>6 | reserva-06-dados-sobrenome | Sobrenome</a:t>
            </a:r>
          </a:p>
          <a:p>
            <a:r>
              <a:t>obs | reserva-06-dados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| reserva-06-dados-sobrenome-exemplo | Silva</a:t>
            </a:r>
          </a:p>
          <a:p>
            <a:r>
              <a:t>8 | reserva-06-dados-ddd | DDD</a:t>
            </a:r>
          </a:p>
          <a:p>
            <a:r>
              <a:t>9 | reserva-06-dados-ddd-exemplo | 21</a:t>
            </a:r>
          </a:p>
          <a:p>
            <a:r>
              <a:t>10 | reserva-06-dados-telefone | Telefone</a:t>
            </a:r>
          </a:p>
          <a:p>
            <a:r>
              <a:t>11 | reserva-06-dados-telefone-exemplo | 98854-0185</a:t>
            </a:r>
          </a:p>
          <a:p>
            <a:r>
              <a:t>12 | reserva-06-dados-email | E-mail</a:t>
            </a:r>
          </a:p>
          <a:p>
            <a:r>
              <a:t>13 | reserva-06-dados-email-exemplo | seu.melhor@email.com</a:t>
            </a:r>
          </a:p>
          <a:p>
            <a:r>
              <a:t>14 | reserva-06-dados-email-dica | Enviamos o comprovante da reserva para este endereço.</a:t>
            </a:r>
          </a:p>
          <a:p>
            <a:r>
              <a:t>obs | reserva-06-dados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| reserva-06-dados-estrangeiro | Sou estrangeiro e não tenho CPF</a:t>
            </a:r>
          </a:p>
          <a:p>
            <a:r>
              <a:t>16 | reserva-06-dados-cpf | CPF</a:t>
            </a:r>
          </a:p>
          <a:p>
            <a:r>
              <a:t>17 | reserva-06-dados-cpf-exemplo | 000.000.000-00</a:t>
            </a:r>
          </a:p>
          <a:p>
            <a:r>
              <a:t>18 | reserva-06-dados-passaporte | Passaporte</a:t>
            </a:r>
          </a:p>
          <a:p>
            <a:r>
              <a:t>19 | reserva-06-dados-passaporte-exemplo | AB123456</a:t>
            </a:r>
          </a:p>
          <a:p>
            <a:r>
              <a:t>20 | reserva-06-dados-endereco-grupo | Endereço</a:t>
            </a:r>
          </a:p>
          <a:p>
            <a:r>
              <a:t>21 | reserva-06-dados-endereco | Endereço</a:t>
            </a:r>
          </a:p>
          <a:p>
            <a:r>
              <a:t>22 | reserva-06-dados-endereco-exemplo | Rua, número, bairro</a:t>
            </a:r>
          </a:p>
          <a:p>
            <a:r>
              <a:t>23 | reserva-06-dados-complemento | Complemento</a:t>
            </a:r>
          </a:p>
          <a:p>
            <a:r>
              <a:t>24 | reserva-06-dados-complemento-exemplo | Apartamento, bloco (opcional)</a:t>
            </a:r>
          </a:p>
          <a:p>
            <a:r>
              <a:t>obs | reserva-06-dados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| reserva-06-dados-cidade | Cidade</a:t>
            </a:r>
          </a:p>
          <a:p>
            <a:r>
              <a:t>26 | reserva-06-dados-cidade-exemplo | Rio de Janeiro</a:t>
            </a:r>
          </a:p>
          <a:p>
            <a:r>
              <a:t>27 | reserva-06-dados-estado | Estado</a:t>
            </a:r>
          </a:p>
          <a:p>
            <a:r>
              <a:t>28 | reserva-06-dados-estado-exemplo | UF</a:t>
            </a:r>
          </a:p>
          <a:p>
            <a:r>
              <a:t>29 | reserva-06-dados-erro-nome | Informe seu nome.</a:t>
            </a:r>
          </a:p>
          <a:p>
            <a:r>
              <a:t>30 | reserva-06-dados-erro-sobrenome | Informe seu sobrenome.</a:t>
            </a:r>
          </a:p>
          <a:p>
            <a:r>
              <a:t>31 | reserva-06-dados-erro-ddd | DDD com 2 dígitos.</a:t>
            </a:r>
          </a:p>
          <a:p>
            <a:r>
              <a:t>32 | reserva-06-dados-erro-telefone | Telefone incompleto.</a:t>
            </a:r>
          </a:p>
          <a:p>
            <a:r>
              <a:t>33 | reserva-06-dados-erro-email | Informe um e-mail válido.</a:t>
            </a:r>
          </a:p>
          <a:p>
            <a:r>
              <a:t>obs | reserva-06-dados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 | reserva-06-dados-erro-passaporte | Informe o número do passaporte.</a:t>
            </a:r>
          </a:p>
          <a:p>
            <a:r>
              <a:t>35 | reserva-06-dados-erro-cpf | CPF inválido. Confira os números.</a:t>
            </a:r>
          </a:p>
          <a:p>
            <a:r>
              <a:t>36 | reserva-06-dados-erro-endereco | Informe o endereço.</a:t>
            </a:r>
          </a:p>
          <a:p>
            <a:r>
              <a:t>37 | reserva-06-dados-erro-cidade | Informe a cidade.</a:t>
            </a:r>
          </a:p>
          <a:p>
            <a:r>
              <a:t>38 | reserva-06-dados-erro-estado | Escolha o estado.</a:t>
            </a:r>
          </a:p>
          <a:p>
            <a:r>
              <a:t>39 | reserva-06-dados-erro-geral | Confira os campos marcados acima antes de continuar.</a:t>
            </a:r>
          </a:p>
          <a:p>
            <a:r>
              <a:t>40 | reserva-06-dados-voltar | Voltar</a:t>
            </a:r>
          </a:p>
          <a:p>
            <a:r>
              <a:t>41 | reserva-06-dados-continuar | Revisar e confirmar</a:t>
            </a:r>
          </a:p>
          <a:p>
            <a:r>
              <a:t>obs | reserva-06-dados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reserva-07-revisao-titulo | Revise e confirme</a:t>
            </a:r>
          </a:p>
          <a:p>
            <a:r>
              <a:t>2 | reserva-07-revisao-subtitulo | Confira tudo antes de enviar. Nada é cobrado agora: o pagamento é combinado quando nossa equipe falar com você.</a:t>
            </a:r>
          </a:p>
          <a:p>
            <a:r>
              <a:t>3 | reserva-07-revisao-veiculo | Veículo</a:t>
            </a:r>
          </a:p>
          <a:p>
            <a:r>
              <a:t>4 | reserva-07-revisao-veiculo-trocar | Trocar</a:t>
            </a:r>
          </a:p>
          <a:p>
            <a:r>
              <a:t>5 | reserva-07-revisao-veiculo-resumo | {câmbio} · {n} pessoas · {quilometragem}</a:t>
            </a:r>
          </a:p>
          <a:p>
            <a:r>
              <a:t>obs | reserva-07-revisao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| reserva-07-revisao-datas | Retirada e devolução</a:t>
            </a:r>
          </a:p>
          <a:p>
            <a:r>
              <a:t>7 | reserva-07-revisao-datas-alterar | Alterar</a:t>
            </a:r>
          </a:p>
          <a:p>
            <a:r>
              <a:t>8 | reserva-07-revisao-retirada | Retirada</a:t>
            </a:r>
          </a:p>
          <a:p>
            <a:r>
              <a:t>9 | reserva-07-revisao-devolucao | Devolução</a:t>
            </a:r>
          </a:p>
          <a:p>
            <a:r>
              <a:t>10 | reserva-07-revisao-condutor | Condutor</a:t>
            </a:r>
          </a:p>
          <a:p>
            <a:r>
              <a:t>11 | reserva-07-revisao-condutor-editar | Editar</a:t>
            </a:r>
          </a:p>
          <a:p>
            <a:r>
              <a:t>12 | reserva-07-revisao-condutor-documento | CPF {número}</a:t>
            </a:r>
          </a:p>
          <a:p>
            <a:r>
              <a:t>13 | reserva-07-revisao-protecao | Proteção e opcionais</a:t>
            </a:r>
          </a:p>
          <a:p>
            <a:r>
              <a:t>14 | reserva-07-revisao-protecao-alterar | Alterar</a:t>
            </a:r>
          </a:p>
          <a:p>
            <a:r>
              <a:t>15 | reserva-07-revisao-protecao-nome | Proteção {nome}</a:t>
            </a:r>
          </a:p>
          <a:p>
            <a:r>
              <a:t>obs | reserva-07-revisao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| reserva-07-revisao-sem-protecao | Sem proteção adicional</a:t>
            </a:r>
          </a:p>
          <a:p>
            <a:r>
              <a:t>17 | reserva-07-revisao-sem-opcionais | Nenhum item opcional</a:t>
            </a:r>
          </a:p>
          <a:p>
            <a:r>
              <a:t>18 | reserva-07-revisao-valor | Valor</a:t>
            </a:r>
          </a:p>
          <a:p>
            <a:r>
              <a:t>19 | reserva-07-revisao-inclusa | inclusa</a:t>
            </a:r>
          </a:p>
          <a:p>
            <a:r>
              <a:t>20 | reserva-07-revisao-total | Total de {n} diárias</a:t>
            </a:r>
          </a:p>
          <a:p>
            <a:r>
              <a:t>21 | reserva-07-revisao-no-show | Não comparecer para a retirada gera uma taxa de {valor}. Se precisar desistir, avise a loja pelo WhatsApp.</a:t>
            </a:r>
          </a:p>
          <a:p>
            <a:r>
              <a:t>obs | reserva-07-revisao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| reserva-07-revisao-pre-titulo | Isto é uma pré-reserva</a:t>
            </a:r>
          </a:p>
          <a:p>
            <a:r>
              <a:t>23 | reserva-07-revisao-pre-passo-1 | Em até 24 horas, nossa equipe entra em contato pelo telefone ou WhatsApp que você informou, para confirmar a reserva e combinar o pagamento.</a:t>
            </a:r>
          </a:p>
          <a:p>
            <a:r>
              <a:t>24 | reserva-07-revisao-pre-passo-2 | Antes da retirada, mandamos uma mensagem no WhatsApp para lembrar o dia e o horário.</a:t>
            </a:r>
          </a:p>
          <a:p>
            <a:r>
              <a:t>25 | reserva-07-revisao-aceite | Li e aceito os termos de uso e as cláusulas contratuais da locação.</a:t>
            </a:r>
          </a:p>
          <a:p>
            <a:r>
              <a:t>obs | reserva-07-revisao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| reserva-07-revisao-erro-aceite | É preciso aceitar os termos e as cláusulas contratuais para enviar a pré-reserva.</a:t>
            </a:r>
          </a:p>
          <a:p>
            <a:r>
              <a:t>27 | reserva-07-revisao-erro-envio | Não foi possível enviar a pré-reserva. Tente novamente.</a:t>
            </a:r>
          </a:p>
          <a:p>
            <a:r>
              <a:t>28 | reserva-07-revisao-erro-sistema | Não foi possível confirmar a reserva. Tente novamente.</a:t>
            </a:r>
          </a:p>
          <a:p>
            <a:r>
              <a:t>29 | reserva-07-revisao-voltar | Voltar</a:t>
            </a:r>
          </a:p>
          <a:p>
            <a:r>
              <a:t>30 | reserva-07-revisao-confirmar | Confirmar pré-reserva</a:t>
            </a:r>
          </a:p>
          <a:p>
            <a:r>
              <a:t>31 | reserva-07-revisao-confirmar-enviando | Enviando sua pré-reserva</a:t>
            </a:r>
          </a:p>
          <a:p>
            <a:r>
              <a:t>obs | reserva-07-revisao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reserva-08-confirmacao-titulo | Pré-reserva enviada</a:t>
            </a:r>
          </a:p>
          <a:p>
            <a:r>
              <a:t>2 | reserva-08-confirmacao-subtitulo | Guarde o número abaixo: é com ele que nossa equipe vai falar com você.</a:t>
            </a:r>
          </a:p>
          <a:p>
            <a:r>
              <a:t>3 | reserva-08-confirmacao-numero | Número da pré-reserva</a:t>
            </a:r>
          </a:p>
          <a:p>
            <a:r>
              <a:t>4 | reserva-08-confirmacao-veiculo | Veículo</a:t>
            </a:r>
          </a:p>
          <a:p>
            <a:r>
              <a:t>5 | reserva-08-confirmacao-retirada | Retirada</a:t>
            </a:r>
          </a:p>
          <a:p>
            <a:r>
              <a:t>6 | reserva-08-confirmacao-devolucao | Devolução</a:t>
            </a:r>
          </a:p>
          <a:p>
            <a:r>
              <a:t>obs | reserva-08-confirmacao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| reserva-08-confirmacao-protecao | Proteção</a:t>
            </a:r>
          </a:p>
          <a:p>
            <a:r>
              <a:t>8 | reserva-08-confirmacao-total | Total de {n} diárias</a:t>
            </a:r>
          </a:p>
          <a:p>
            <a:r>
              <a:t>9 | reserva-08-confirmacao-passos-titulo | Próximos passos</a:t>
            </a:r>
          </a:p>
          <a:p>
            <a:r>
              <a:t>10 | reserva-08-confirmacao-passo-1 | Em até 24 horas, nossa equipe entra em contato para confirmar a reserva e combinar o pagamento.</a:t>
            </a:r>
          </a:p>
          <a:p>
            <a:r>
              <a:t>11 | reserva-08-confirmacao-passo-2 | Antes da retirada, mandamos uma mensagem no WhatsApp para lembrar o dia e o horário.</a:t>
            </a:r>
          </a:p>
          <a:p>
            <a:r>
              <a:t>obs | reserva-08-confirmacao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| reserva-08-confirmacao-passo-3 | No dia, leve CNH válida e um cartão em seu nome.</a:t>
            </a:r>
          </a:p>
          <a:p>
            <a:r>
              <a:t>13 | reserva-08-confirmacao-suporte | Falar com o suporte</a:t>
            </a:r>
          </a:p>
          <a:p>
            <a:r>
              <a:t>14 | reserva-08-confirmacao-suporte-whatsapp | Olá, Locafacil! Fiz a pré-reserva {número} pelo site e preciso de suporte.</a:t>
            </a:r>
          </a:p>
          <a:p>
            <a:r>
              <a:t>15 | reserva-08-confirmacao-calendario | Adicionar ao calendário</a:t>
            </a:r>
          </a:p>
          <a:p>
            <a:r>
              <a:t>obs | reserva-08-confirmacao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| reserva-08-confirmacao-calendario-evento | Retirada do veículo · Locafacil (pré-reserva {número})</a:t>
            </a:r>
          </a:p>
          <a:p>
            <a:r>
              <a:t>17 | reserva-08-confirmacao-alterar | Alterar ou cancelar esta pré-reserva</a:t>
            </a:r>
          </a:p>
          <a:p>
            <a:r>
              <a:t>18 | reserva-08-confirmacao-alterar-whatsapp | Olá! Vim pelo site e preciso falar sobre a pré-reserva {número}.</a:t>
            </a:r>
          </a:p>
          <a:p>
            <a:r>
              <a:t>19 | reserva-08-confirmacao-demonstracao | Pré-reserva de demonstração: a integração com o sistema da loja ainda não foi liberada.</a:t>
            </a:r>
          </a:p>
          <a:p>
            <a:r>
              <a:t>obs | reserva-08-confirmacao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locafacil-nine.vercel.app/doc/copy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895023" cy="566928"/>
          </a:xfrm>
          <a:prstGeom prst="rect">
            <a:avLst/>
          </a:prstGeom>
        </p:spPr>
      </p:pic>
      <p:pic>
        <p:nvPicPr>
          <p:cNvPr id="3" name="fixo:simbol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660" y="1325880"/>
            <a:ext cx="3510075" cy="4206240"/>
          </a:xfrm>
          <a:prstGeom prst="rect">
            <a:avLst/>
          </a:prstGeom>
        </p:spPr>
      </p:pic>
      <p:sp>
        <p:nvSpPr>
          <p:cNvPr id="4" name="fixo:pingo"/>
          <p:cNvSpPr/>
          <p:nvPr/>
        </p:nvSpPr>
        <p:spPr>
          <a:xfrm>
            <a:off x="731520" y="2258568"/>
            <a:ext cx="128016" cy="128016"/>
          </a:xfrm>
          <a:prstGeom prst="rect">
            <a:avLst/>
          </a:prstGeom>
          <a:solidFill>
            <a:srgbClr val="2AE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xo:arquivo"/>
          <p:cNvSpPr txBox="1"/>
          <p:nvPr/>
        </p:nvSpPr>
        <p:spPr>
          <a:xfrm>
            <a:off x="950976" y="213969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B9C3D6"/>
                </a:solidFill>
                <a:latin typeface="Arial"/>
              </a:rPr>
              <a:t>Arquivo 2 de 3</a:t>
            </a:r>
            <a:endParaRPr lang="pt-BR" sz="14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titulo"/>
          <p:cNvSpPr txBox="1"/>
          <p:nvPr/>
        </p:nvSpPr>
        <p:spPr>
          <a:xfrm>
            <a:off x="731520" y="256032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Revisão de textos do site</a:t>
            </a:r>
            <a:endParaRPr lang="pt-BR" sz="4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fixo:deck"/>
          <p:cNvSpPr txBox="1"/>
          <p:nvPr/>
        </p:nvSpPr>
        <p:spPr>
          <a:xfrm>
            <a:off x="731520" y="33832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D6DCE8"/>
                </a:solidFill>
                <a:latin typeface="Arial"/>
              </a:rPr>
              <a:t>2 · Reserva: da busca à pré-reserva</a:t>
            </a:r>
            <a:endParaRPr lang="pt-BR" sz="2600">
              <a:solidFill>
                <a:srgbClr val="D6DCE8"/>
              </a:solidFill>
              <a:latin typeface="Arial"/>
            </a:endParaRPr>
          </a:p>
        </p:txBody>
      </p:sp>
      <p:sp>
        <p:nvSpPr>
          <p:cNvPr id="8" name="fixo:prazo"/>
          <p:cNvSpPr/>
          <p:nvPr/>
        </p:nvSpPr>
        <p:spPr>
          <a:xfrm>
            <a:off x="731520" y="4251960"/>
            <a:ext cx="2659806" cy="475488"/>
          </a:xfrm>
          <a:prstGeom prst="roundRect">
            <a:avLst>
              <a:gd name="adj" fmla="val 50000"/>
            </a:avLst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Até sexta-feira, 02/10</a:t>
            </a:r>
          </a:p>
        </p:txBody>
      </p:sp>
      <p:sp>
        <p:nvSpPr>
          <p:cNvPr id="9" name="fixo:rodape"/>
          <p:cNvSpPr txBox="1"/>
          <p:nvPr/>
        </p:nvSpPr>
        <p:spPr>
          <a:xfrm>
            <a:off x="731520" y="5897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8 partes da página para revisar · leia a próxima lâmina antes de começar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Como editar</a:t>
            </a:r>
            <a:endParaRPr lang="pt-BR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Leva um minuto: leia antes de começar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mini"/>
          <p:cNvSpPr/>
          <p:nvPr/>
        </p:nvSpPr>
        <p:spPr>
          <a:xfrm>
            <a:off x="365760" y="1097280"/>
            <a:ext cx="3108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mini"/>
          <p:cNvSpPr/>
          <p:nvPr/>
        </p:nvSpPr>
        <p:spPr>
          <a:xfrm>
            <a:off x="365760" y="1097280"/>
            <a:ext cx="3108960" cy="1828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o:mini"/>
          <p:cNvSpPr/>
          <p:nvPr/>
        </p:nvSpPr>
        <p:spPr>
          <a:xfrm>
            <a:off x="457200" y="1371600"/>
            <a:ext cx="1280160" cy="100584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424245"/>
                </a:solidFill>
                <a:latin typeface="Arial"/>
              </a:rPr>
              <a:t>imagem da página</a:t>
            </a:r>
          </a:p>
        </p:txBody>
      </p:sp>
      <p:sp>
        <p:nvSpPr>
          <p:cNvPr id="9" name="fixo:mini"/>
          <p:cNvSpPr txBox="1"/>
          <p:nvPr/>
        </p:nvSpPr>
        <p:spPr>
          <a:xfrm>
            <a:off x="1847088" y="1353312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fixo:mini"/>
          <p:cNvSpPr txBox="1"/>
          <p:nvPr/>
        </p:nvSpPr>
        <p:spPr>
          <a:xfrm>
            <a:off x="1847088" y="1527048"/>
            <a:ext cx="15361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45720" rIns="45720" anchor="ctr">
            <a:noAutofit/>
          </a:bodyPr>
          <a:lstStyle/>
          <a:p>
            <a:pPr algn="l"/>
            <a:r>
              <a:rPr sz="1000" b="0" i="0">
                <a:solidFill>
                  <a:srgbClr val="0A1628"/>
                </a:solidFill>
                <a:latin typeface="Arial"/>
              </a:rPr>
              <a:t>Texto atual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mini"/>
          <p:cNvSpPr txBox="1"/>
          <p:nvPr/>
        </p:nvSpPr>
        <p:spPr>
          <a:xfrm>
            <a:off x="1847088" y="186537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fixo:mini"/>
          <p:cNvSpPr txBox="1"/>
          <p:nvPr/>
        </p:nvSpPr>
        <p:spPr>
          <a:xfrm>
            <a:off x="1847088" y="2039112"/>
            <a:ext cx="15361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45720" rIns="45720" anchor="ctr">
            <a:noAutofit/>
          </a:bodyPr>
          <a:lstStyle/>
          <a:p>
            <a:pPr algn="l"/>
            <a:r>
              <a:rPr sz="1000" b="0" i="0">
                <a:solidFill>
                  <a:srgbClr val="0A1628"/>
                </a:solidFill>
                <a:latin typeface="Arial"/>
              </a:rPr>
              <a:t>Texto atual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mini"/>
          <p:cNvSpPr txBox="1"/>
          <p:nvPr/>
        </p:nvSpPr>
        <p:spPr>
          <a:xfrm>
            <a:off x="457200" y="2441448"/>
            <a:ext cx="292607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Observações desta parte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4" name="fixo:mini"/>
          <p:cNvSpPr/>
          <p:nvPr/>
        </p:nvSpPr>
        <p:spPr>
          <a:xfrm>
            <a:off x="457200" y="2624328"/>
            <a:ext cx="29260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ixo:texto"/>
          <p:cNvSpPr txBox="1"/>
          <p:nvPr/>
        </p:nvSpPr>
        <p:spPr>
          <a:xfrm>
            <a:off x="3840480" y="1097280"/>
            <a:ext cx="79854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"/>
              </a:rPr>
              <a:t>Cada lâmina mostra uma parte da página</a:t>
            </a:r>
            <a:endParaRPr lang="pt-BR" sz="18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6" name="fixo:texto"/>
          <p:cNvSpPr txBox="1"/>
          <p:nvPr/>
        </p:nvSpPr>
        <p:spPr>
          <a:xfrm>
            <a:off x="3840480" y="1517904"/>
            <a:ext cx="798545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424245"/>
                </a:solidFill>
                <a:latin typeface="Arial"/>
              </a:rPr>
              <a:t>À esquerda, a imagem de como está hoje no site (só para referência). À direita, os textos atuais em </a:t>
            </a:r>
            <a:r>
              <a:rPr sz="1400" b="1" i="0">
                <a:solidFill>
                  <a:srgbClr val="0A1628"/>
                </a:solidFill>
                <a:latin typeface="Arial"/>
              </a:rPr>
              <a:t>caixas brancas numeradas</a:t>
            </a:r>
            <a:r>
              <a:rPr sz="1400" b="0" i="0">
                <a:solidFill>
                  <a:srgbClr val="424245"/>
                </a:solidFill>
                <a:latin typeface="Arial"/>
              </a:rPr>
              <a:t>: é nelas que você mexe.</a:t>
            </a:r>
            <a:endParaRPr lang="pt-BR" sz="14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7" name="fixo:texto"/>
          <p:cNvSpPr txBox="1"/>
          <p:nvPr/>
        </p:nvSpPr>
        <p:spPr>
          <a:xfrm>
            <a:off x="3840480" y="2212848"/>
            <a:ext cx="798545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424245"/>
                </a:solidFill>
                <a:latin typeface="Arial"/>
              </a:rPr>
              <a:t>Trechos entre chaves, como </a:t>
            </a:r>
            <a:r>
              <a:rPr sz="1300" b="1" i="0">
                <a:solidFill>
                  <a:srgbClr val="0A1628"/>
                </a:solidFill>
                <a:latin typeface="Arial"/>
              </a:rPr>
              <a:t>{data}</a:t>
            </a:r>
            <a:r>
              <a:rPr sz="1300" b="0" i="0">
                <a:solidFill>
                  <a:srgbClr val="424245"/>
                </a:solidFill>
                <a:latin typeface="Arial"/>
              </a:rPr>
              <a:t> ou </a:t>
            </a:r>
            <a:r>
              <a:rPr sz="1300" b="1" i="0">
                <a:solidFill>
                  <a:srgbClr val="0A1628"/>
                </a:solidFill>
                <a:latin typeface="Arial"/>
              </a:rPr>
              <a:t>{valor}</a:t>
            </a:r>
            <a:r>
              <a:rPr sz="1300" b="0" i="0">
                <a:solidFill>
                  <a:srgbClr val="424245"/>
                </a:solidFill>
                <a:latin typeface="Arial"/>
              </a:rPr>
              <a:t>, o site preenche sozinho: deixe as chaves como estão.</a:t>
            </a:r>
            <a:endParaRPr lang="pt-BR" sz="13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fixo:cartao"/>
          <p:cNvSpPr/>
          <p:nvPr/>
        </p:nvSpPr>
        <p:spPr>
          <a:xfrm>
            <a:off x="365760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ixo:icone"/>
          <p:cNvSpPr/>
          <p:nvPr/>
        </p:nvSpPr>
        <p:spPr>
          <a:xfrm>
            <a:off x="548640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20" name="fixo:texto"/>
          <p:cNvSpPr txBox="1"/>
          <p:nvPr/>
        </p:nvSpPr>
        <p:spPr>
          <a:xfrm>
            <a:off x="1152144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TROCAR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texto"/>
          <p:cNvSpPr txBox="1"/>
          <p:nvPr/>
        </p:nvSpPr>
        <p:spPr>
          <a:xfrm>
            <a:off x="1152144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Clique na caixa e digite o texto novo por cima.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fixo:exemplo"/>
          <p:cNvSpPr txBox="1"/>
          <p:nvPr/>
        </p:nvSpPr>
        <p:spPr>
          <a:xfrm>
            <a:off x="548640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>Alugue sem caução em Nova Iguaçu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cartao"/>
          <p:cNvSpPr/>
          <p:nvPr/>
        </p:nvSpPr>
        <p:spPr>
          <a:xfrm>
            <a:off x="4246778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ixo:icone"/>
          <p:cNvSpPr/>
          <p:nvPr/>
        </p:nvSpPr>
        <p:spPr>
          <a:xfrm>
            <a:off x="4429658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25" name="fixo:texto"/>
          <p:cNvSpPr txBox="1"/>
          <p:nvPr/>
        </p:nvSpPr>
        <p:spPr>
          <a:xfrm>
            <a:off x="5033162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TIRAR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6" name="fixo:texto"/>
          <p:cNvSpPr txBox="1"/>
          <p:nvPr/>
        </p:nvSpPr>
        <p:spPr>
          <a:xfrm>
            <a:off x="5033162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Apague o texto da caixa e escreva TIRAR.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7" name="fixo:exemplo"/>
          <p:cNvSpPr txBox="1"/>
          <p:nvPr/>
        </p:nvSpPr>
        <p:spPr>
          <a:xfrm>
            <a:off x="4429658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TIRAR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8" name="fixo:cartao"/>
          <p:cNvSpPr/>
          <p:nvPr/>
        </p:nvSpPr>
        <p:spPr>
          <a:xfrm>
            <a:off x="8127796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ixo:icone"/>
          <p:cNvSpPr/>
          <p:nvPr/>
        </p:nvSpPr>
        <p:spPr>
          <a:xfrm>
            <a:off x="8310676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fixo:desenho"/>
          <p:cNvCxnSpPr/>
          <p:nvPr/>
        </p:nvCxnSpPr>
        <p:spPr>
          <a:xfrm>
            <a:off x="8438692" y="3493008"/>
            <a:ext cx="82296" cy="82296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ixo:desenho"/>
          <p:cNvCxnSpPr/>
          <p:nvPr/>
        </p:nvCxnSpPr>
        <p:spPr>
          <a:xfrm flipV="1">
            <a:off x="8520988" y="3392424"/>
            <a:ext cx="146304" cy="18288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ixo:texto"/>
          <p:cNvSpPr txBox="1"/>
          <p:nvPr/>
        </p:nvSpPr>
        <p:spPr>
          <a:xfrm>
            <a:off x="8914180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MANTER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3" name="fixo:texto"/>
          <p:cNvSpPr txBox="1"/>
          <p:nvPr/>
        </p:nvSpPr>
        <p:spPr>
          <a:xfrm>
            <a:off x="8914180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Não mexa na caixa. O texto fica como está.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4" name="fixo:exemplo"/>
          <p:cNvSpPr txBox="1"/>
          <p:nvPr/>
        </p:nvSpPr>
        <p:spPr>
          <a:xfrm>
            <a:off x="8310676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>Sua Liberdade Sobre Rodas.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5" name="fixo:cartao"/>
          <p:cNvSpPr/>
          <p:nvPr/>
        </p:nvSpPr>
        <p:spPr>
          <a:xfrm>
            <a:off x="365760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ixo:icone"/>
          <p:cNvSpPr/>
          <p:nvPr/>
        </p:nvSpPr>
        <p:spPr>
          <a:xfrm>
            <a:off x="548640" y="4956048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37" name="fixo:texto"/>
          <p:cNvSpPr txBox="1"/>
          <p:nvPr/>
        </p:nvSpPr>
        <p:spPr>
          <a:xfrm>
            <a:off x="1097280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Outros pedidos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8" name="fixo:texto"/>
          <p:cNvSpPr txBox="1"/>
          <p:nvPr/>
        </p:nvSpPr>
        <p:spPr>
          <a:xfrm>
            <a:off x="548640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Use a caixa </a:t>
            </a:r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200" b="0" i="0">
                <a:solidFill>
                  <a:srgbClr val="424245"/>
                </a:solidFill>
                <a:latin typeface="Arial"/>
              </a:rPr>
              <a:t>, no pé de cada lâmina, para mudar a ordem, trocar imagem ou dar uma ideia nova. A última lâmina é um espaço livre.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9" name="fixo:cartao"/>
          <p:cNvSpPr/>
          <p:nvPr/>
        </p:nvSpPr>
        <p:spPr>
          <a:xfrm>
            <a:off x="4246778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ixo:icone"/>
          <p:cNvSpPr/>
          <p:nvPr/>
        </p:nvSpPr>
        <p:spPr>
          <a:xfrm>
            <a:off x="4429658" y="4956048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41" name="fixo:texto"/>
          <p:cNvSpPr txBox="1"/>
          <p:nvPr/>
        </p:nvSpPr>
        <p:spPr>
          <a:xfrm>
            <a:off x="4978298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Importante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42" name="fixo:texto"/>
          <p:cNvSpPr txBox="1"/>
          <p:nvPr/>
        </p:nvSpPr>
        <p:spPr>
          <a:xfrm>
            <a:off x="4429658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Não apague nem mova as caixas numeradas</a:t>
            </a:r>
            <a:r>
              <a:rPr sz="1200" b="0" i="0">
                <a:solidFill>
                  <a:srgbClr val="424245"/>
                </a:solidFill>
                <a:latin typeface="Arial"/>
              </a:rPr>
              <a:t>: é por elas que sabemos qual texto você mudou.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43" name="fixo:cartao"/>
          <p:cNvSpPr/>
          <p:nvPr/>
        </p:nvSpPr>
        <p:spPr>
          <a:xfrm>
            <a:off x="8127796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ixo:icone"/>
          <p:cNvSpPr/>
          <p:nvPr/>
        </p:nvSpPr>
        <p:spPr>
          <a:xfrm>
            <a:off x="8310676" y="4956048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45" name="fixo:texto"/>
          <p:cNvSpPr txBox="1"/>
          <p:nvPr/>
        </p:nvSpPr>
        <p:spPr>
          <a:xfrm>
            <a:off x="8859316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Onde abrir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46" name="fixo:texto"/>
          <p:cNvSpPr txBox="1"/>
          <p:nvPr/>
        </p:nvSpPr>
        <p:spPr>
          <a:xfrm>
            <a:off x="8310676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A1628"/>
                </a:solidFill>
                <a:latin typeface="Arial"/>
              </a:rPr>
              <a:t>PowerPoint: </a:t>
            </a:r>
            <a:r>
              <a:rPr sz="1200" b="0" i="0">
                <a:solidFill>
                  <a:srgbClr val="424245"/>
                </a:solidFill>
                <a:latin typeface="Arial"/>
              </a:rPr>
              <a:t>abra e edite.</a:t>
            </a:r>
            <a:endParaRPr lang="pt-BR" sz="1200">
              <a:solidFill>
                <a:srgbClr val="424245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A1628"/>
                </a:solidFill>
                <a:latin typeface="Arial"/>
              </a:rPr>
              <a:t>Canva: </a:t>
            </a:r>
            <a:r>
              <a:rPr sz="1200" b="0" i="0">
                <a:solidFill>
                  <a:srgbClr val="424245"/>
                </a:solidFill>
                <a:latin typeface="Arial"/>
              </a:rPr>
              <a:t>Criar design → Importar arquivo → este .pptx. No fim: Compartilhar → Baixar → PPTX.</a:t>
            </a:r>
            <a:endParaRPr lang="pt-BR" sz="1200">
              <a:solidFill>
                <a:srgbClr val="424245"/>
              </a:solidFill>
              <a:latin typeface="Arial"/>
            </a:endParaRPr>
          </a:p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Navegador: </a:t>
            </a:r>
            <a:r>
              <a:rPr sz="1200" b="0" i="0">
                <a:solidFill>
                  <a:srgbClr val="0628DA"/>
                </a:solidFill>
                <a:latin typeface="Arial"/>
                <a:hlinkClick r:id="rId3"/>
              </a:rPr>
              <a:t>locafacil-nine.vercel.app/doc/copy</a:t>
            </a:r>
            <a:r>
              <a:rPr sz="1200" b="0" i="0">
                <a:solidFill>
                  <a:srgbClr val="424245"/>
                </a:solidFill>
                <a:latin typeface="Arial"/>
              </a:rPr>
              <a:t> (salva sozinho)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 de 8 · Busca (página Reservar)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   ·   textos 1 a 4 de 20   ·   lâmina 1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3065"/>
            <a:ext cx="4846320" cy="302895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 nome da loja e os horários de atendimento vêm do sistema da locadora e não são copy do site. O formulário abaixo do título é o mesmo do topo da Home.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1-busca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Reserve seu 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1-busca-formulario-titulo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Encontre o veículo perfeito em segundos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8315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1-busca-retirada-local"/>
          <p:cNvSpPr txBox="1"/>
          <p:nvPr/>
        </p:nvSpPr>
        <p:spPr>
          <a:xfrm>
            <a:off x="5806440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Local de retirada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28315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Só aparece se houver mais de uma loja; com uma loja só, ela já vem escolhida.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1-busca-selecione"/>
          <p:cNvSpPr txBox="1"/>
          <p:nvPr/>
        </p:nvSpPr>
        <p:spPr>
          <a:xfrm>
            <a:off x="8907627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Selecione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reserva-01-busca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 de 8 · Busca (página Reservar)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   ·   textos 5 a 12 de 20   ·   lâmina 2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3065"/>
            <a:ext cx="4846320" cy="302895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5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1-busca-devolucao-local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Local de devolução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6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1-busca-mesmo-local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Mesmo local da retirada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7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Em cima do par data + hora.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1-busca-retirada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Retirada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8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1-busca-devolucao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Devolução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9"/>
          <p:cNvSpPr txBox="1"/>
          <p:nvPr/>
        </p:nvSpPr>
        <p:spPr>
          <a:xfrm>
            <a:off x="5806440" y="26791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Aparece na caixa de horário antes da escolha.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1-busca-hora"/>
          <p:cNvSpPr txBox="1"/>
          <p:nvPr/>
        </p:nvSpPr>
        <p:spPr>
          <a:xfrm>
            <a:off x="5806440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Hora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0"/>
          <p:cNvSpPr txBox="1"/>
          <p:nvPr/>
        </p:nvSpPr>
        <p:spPr>
          <a:xfrm>
            <a:off x="8907627" y="26791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Horário de atendimento da loja, embaixo dos campos.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1-busca-horario-loja"/>
          <p:cNvSpPr txBox="1"/>
          <p:nvPr/>
        </p:nvSpPr>
        <p:spPr>
          <a:xfrm>
            <a:off x="8907627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{loja} atende {horários}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11"/>
          <p:cNvSpPr txBox="1"/>
          <p:nvPr/>
        </p:nvSpPr>
        <p:spPr>
          <a:xfrm>
            <a:off x="5806440" y="36454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1-busca-botao"/>
          <p:cNvSpPr txBox="1"/>
          <p:nvPr/>
        </p:nvSpPr>
        <p:spPr>
          <a:xfrm>
            <a:off x="5806440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Buscar 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12"/>
          <p:cNvSpPr txBox="1"/>
          <p:nvPr/>
        </p:nvSpPr>
        <p:spPr>
          <a:xfrm>
            <a:off x="8907627" y="36454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Aparece no botão enquanto a busca carrega.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1-busca-botao-carregando"/>
          <p:cNvSpPr txBox="1"/>
          <p:nvPr/>
        </p:nvSpPr>
        <p:spPr>
          <a:xfrm>
            <a:off x="8907627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Buscando veículos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reserva-01-busca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 de 8 · Busca (página Reservar)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   ·   textos 13 a 16 de 20   ·   lâmina 3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3065"/>
            <a:ext cx="4846320" cy="302895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3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Embaixo da data, quando o dia escolhido é fechado. {dias} vira, por exemplo, 'aos domingos'.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1-busca-loja-fechada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 loja não abre {dias}.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4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Mensagem de erro: a lista de lojas não carregou.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1-busca-erro-locais"/>
          <p:cNvSpPr txBox="1"/>
          <p:nvPr/>
        </p:nvSpPr>
        <p:spPr>
          <a:xfrm>
            <a:off x="5806440" y="22067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foi possível carregar os locais disponíveis. Tente novamente em instantes.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5"/>
          <p:cNvSpPr txBox="1"/>
          <p:nvPr/>
        </p:nvSpPr>
        <p:spPr>
          <a:xfrm>
            <a:off x="5806440" y="3029711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1-busca-erro-campos"/>
          <p:cNvSpPr txBox="1"/>
          <p:nvPr/>
        </p:nvSpPr>
        <p:spPr>
          <a:xfrm>
            <a:off x="5806440" y="32186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Preencha o local de retirada e as duas datas para buscar.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6"/>
          <p:cNvSpPr txBox="1"/>
          <p:nvPr/>
        </p:nvSpPr>
        <p:spPr>
          <a:xfrm>
            <a:off x="5806440" y="384352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Ou 'para a devolução', conforme a data com problema.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1-busca-erro-dia-fechado"/>
          <p:cNvSpPr txBox="1"/>
          <p:nvPr/>
        </p:nvSpPr>
        <p:spPr>
          <a:xfrm>
            <a:off x="5806440" y="403250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 loja não abre {dias}. Escolha outro dia para a retirada.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reserva-01-busca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 de 8 · Busca (página Reservar)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   ·   textos 17 a 20 de 20   ·   lâmina 4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3065"/>
            <a:ext cx="4846320" cy="302895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7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1-busca-erro-horari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Escolha o horário de retirada e de devolução.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8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1-busca-erro-antecedencia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 retirada precisa de pelo menos {horas}h de antecedência nesta loja.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9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1-busca-erro-periodo"/>
          <p:cNvSpPr txBox="1"/>
          <p:nvPr/>
        </p:nvSpPr>
        <p:spPr>
          <a:xfrm>
            <a:off x="5806440" y="28681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 período mínimo de locação é de {horas}h.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20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Aparece ao lado das mensagens de erro.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1-busca-limpar-datas"/>
          <p:cNvSpPr txBox="1"/>
          <p:nvPr/>
        </p:nvSpPr>
        <p:spPr>
          <a:xfrm>
            <a:off x="5806440" y="368198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Limpar as datas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reserva-01-busca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2 de 8 · Escolha do veículo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1 a 7 de 28   ·   lâmina 1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917" y="1188719"/>
            <a:ext cx="2534324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Nomes de carro, preços e proteções vêm do sistema da locadora e não são copy do site. A barra de etapas aparece no topo das quatro etapas; no celular mostra só a etapa atual.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2-veiculos-etapa-1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2-veiculos-etapa-2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Opcionais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8907627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2-veiculos-etapa-3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Seus Dados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2-veiculos-etapa-4"/>
          <p:cNvSpPr txBox="1"/>
          <p:nvPr/>
        </p:nvSpPr>
        <p:spPr>
          <a:xfrm>
            <a:off x="5806440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Revisão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8907627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2-veiculos-titulo"/>
          <p:cNvSpPr txBox="1"/>
          <p:nvPr/>
        </p:nvSpPr>
        <p:spPr>
          <a:xfrm>
            <a:off x="8907627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Escolha seu 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6"/>
          <p:cNvSpPr txBox="1"/>
          <p:nvPr/>
        </p:nvSpPr>
        <p:spPr>
          <a:xfrm>
            <a:off x="5806440" y="36454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Resumo da busca; aparece também em Proteções e opcionais.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2-veiculos-resumo-retirada"/>
          <p:cNvSpPr txBox="1"/>
          <p:nvPr/>
        </p:nvSpPr>
        <p:spPr>
          <a:xfrm>
            <a:off x="5806440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Retirada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7"/>
          <p:cNvSpPr txBox="1"/>
          <p:nvPr/>
        </p:nvSpPr>
        <p:spPr>
          <a:xfrm>
            <a:off x="8907627" y="36454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2-veiculos-resumo-devolucao"/>
          <p:cNvSpPr txBox="1"/>
          <p:nvPr/>
        </p:nvSpPr>
        <p:spPr>
          <a:xfrm>
            <a:off x="8907627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Devolução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obs:reserva-02-veicul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2 de 8 · Escolha do veículo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8 a 13 de 28   ·   lâmina 2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917" y="1188719"/>
            <a:ext cx="2534324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8"/>
          <p:cNvSpPr txBox="1"/>
          <p:nvPr/>
        </p:nvSpPr>
        <p:spPr>
          <a:xfrm>
            <a:off x="5806440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2-veiculos-resumo-periodo"/>
          <p:cNvSpPr txBox="1"/>
          <p:nvPr/>
        </p:nvSpPr>
        <p:spPr>
          <a:xfrm>
            <a:off x="5806440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Período de {n} diárias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9"/>
          <p:cNvSpPr txBox="1"/>
          <p:nvPr/>
        </p:nvSpPr>
        <p:spPr>
          <a:xfrm>
            <a:off x="8907627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Forma usada em todas as etapas; no singular, '1 diária'.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2-veiculos-diarias"/>
          <p:cNvSpPr txBox="1"/>
          <p:nvPr/>
        </p:nvSpPr>
        <p:spPr>
          <a:xfrm>
            <a:off x="8907627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{n} diárias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0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2-veiculos-resumo-alterar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Alterar datas ou loja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1"/>
          <p:cNvSpPr txBox="1"/>
          <p:nvPr/>
        </p:nvSpPr>
        <p:spPr>
          <a:xfrm>
            <a:off x="5806440" y="28315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Só aparece enquanto o site usa dados de exemplo.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2-veiculos-demonstracao"/>
          <p:cNvSpPr txBox="1"/>
          <p:nvPr/>
        </p:nvSpPr>
        <p:spPr>
          <a:xfrm>
            <a:off x="5806440" y="3020568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Valores de demonstração enquanto a integração com o sistema da loja é liberada.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2"/>
          <p:cNvSpPr txBox="1"/>
          <p:nvPr/>
        </p:nvSpPr>
        <p:spPr>
          <a:xfrm>
            <a:off x="5806440" y="384352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Filtros acima da lista.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2-veiculos-filtro-automatico"/>
          <p:cNvSpPr txBox="1"/>
          <p:nvPr/>
        </p:nvSpPr>
        <p:spPr>
          <a:xfrm>
            <a:off x="5806440" y="403250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Automático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3"/>
          <p:cNvSpPr txBox="1"/>
          <p:nvPr/>
        </p:nvSpPr>
        <p:spPr>
          <a:xfrm>
            <a:off x="8907627" y="384352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2-veiculos-filtro-ar"/>
          <p:cNvSpPr txBox="1"/>
          <p:nvPr/>
        </p:nvSpPr>
        <p:spPr>
          <a:xfrm>
            <a:off x="8907627" y="403250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Ar-condicionado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obs:reserva-02-veicul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2 de 8 · Escolha do veículo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14 a 21 de 28   ·   lâmina 3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917" y="1188719"/>
            <a:ext cx="2534324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4"/>
          <p:cNvSpPr txBox="1"/>
          <p:nvPr/>
        </p:nvSpPr>
        <p:spPr>
          <a:xfrm>
            <a:off x="5806440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2-veiculos-filtro-lugares"/>
          <p:cNvSpPr txBox="1"/>
          <p:nvPr/>
        </p:nvSpPr>
        <p:spPr>
          <a:xfrm>
            <a:off x="5806440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5 lugares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5"/>
          <p:cNvSpPr txBox="1"/>
          <p:nvPr/>
        </p:nvSpPr>
        <p:spPr>
          <a:xfrm>
            <a:off x="8907627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Aparece quando algum filtro está ligado.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2-veiculos-limpar-filtros"/>
          <p:cNvSpPr txBox="1"/>
          <p:nvPr/>
        </p:nvSpPr>
        <p:spPr>
          <a:xfrm>
            <a:off x="8907627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Limpar filtros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6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 singular: '1 grupo disponível'. {tempo} é a contagem regressiva da cotação.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2-veiculos-contagem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{n} grupos disponíveis · preços por mais {tempo}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7"/>
          <p:cNvSpPr txBox="1"/>
          <p:nvPr/>
        </p:nvSpPr>
        <p:spPr>
          <a:xfrm>
            <a:off x="5806440" y="2831592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Embaixo da foto de cada grupo. O modelo vem do cadastro de fotos do site; grupo sem foto mostra o porte (hatch, sedã ou SUV) no lugar de '{modelo} ou similar'.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2-veiculos-imagem-legenda"/>
          <p:cNvSpPr txBox="1"/>
          <p:nvPr/>
        </p:nvSpPr>
        <p:spPr>
          <a:xfrm>
            <a:off x="5806440" y="31729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{modelo} ou similar · imagem ilustrativa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8"/>
          <p:cNvSpPr txBox="1"/>
          <p:nvPr/>
        </p:nvSpPr>
        <p:spPr>
          <a:xfrm>
            <a:off x="5806440" y="37978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2-veiculos-pessoas"/>
          <p:cNvSpPr txBox="1"/>
          <p:nvPr/>
        </p:nvSpPr>
        <p:spPr>
          <a:xfrm>
            <a:off x="5806440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{n} pessoas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9"/>
          <p:cNvSpPr txBox="1"/>
          <p:nvPr/>
        </p:nvSpPr>
        <p:spPr>
          <a:xfrm>
            <a:off x="8907627" y="37978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2-veiculos-malas"/>
          <p:cNvSpPr txBox="1"/>
          <p:nvPr/>
        </p:nvSpPr>
        <p:spPr>
          <a:xfrm>
            <a:off x="8907627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{n} malas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20"/>
          <p:cNvSpPr txBox="1"/>
          <p:nvPr/>
        </p:nvSpPr>
        <p:spPr>
          <a:xfrm>
            <a:off x="5806440" y="46116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2-veiculos-ar"/>
          <p:cNvSpPr txBox="1"/>
          <p:nvPr/>
        </p:nvSpPr>
        <p:spPr>
          <a:xfrm>
            <a:off x="5806440" y="48006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Ar-condicionado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21"/>
          <p:cNvSpPr txBox="1"/>
          <p:nvPr/>
        </p:nvSpPr>
        <p:spPr>
          <a:xfrm>
            <a:off x="8907627" y="46116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2-veiculos-sem-ar"/>
          <p:cNvSpPr txBox="1"/>
          <p:nvPr/>
        </p:nvSpPr>
        <p:spPr>
          <a:xfrm>
            <a:off x="8907627" y="48006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Sem 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reserva-02-veicul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2 de 8 · Escolha do veículo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22 a 28 de 28   ·   lâmina 4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917" y="1188719"/>
            <a:ext cx="2534324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22"/>
          <p:cNvSpPr txBox="1"/>
          <p:nvPr/>
        </p:nvSpPr>
        <p:spPr>
          <a:xfrm>
            <a:off x="5806440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Montado pelo site a partir da franquia que o sistema da locadora informa.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2-veiculos-km-livre"/>
          <p:cNvSpPr txBox="1"/>
          <p:nvPr/>
        </p:nvSpPr>
        <p:spPr>
          <a:xfrm>
            <a:off x="5806440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Km livre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3"/>
          <p:cNvSpPr txBox="1"/>
          <p:nvPr/>
        </p:nvSpPr>
        <p:spPr>
          <a:xfrm>
            <a:off x="8907627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2-veiculos-km-controlada"/>
          <p:cNvSpPr txBox="1"/>
          <p:nvPr/>
        </p:nvSpPr>
        <p:spPr>
          <a:xfrm>
            <a:off x="8907627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Km controlada ({franquia} km)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24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Abre a janela de detalhes (próxima lâmina).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2-veiculos-detalhes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Ver detalhes e composição do valor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25"/>
          <p:cNvSpPr txBox="1"/>
          <p:nvPr/>
        </p:nvSpPr>
        <p:spPr>
          <a:xfrm>
            <a:off x="5806440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2-veiculos-total-rotulo"/>
          <p:cNvSpPr txBox="1"/>
          <p:nvPr/>
        </p:nvSpPr>
        <p:spPr>
          <a:xfrm>
            <a:off x="5806440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Total do período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26"/>
          <p:cNvSpPr txBox="1"/>
          <p:nvPr/>
        </p:nvSpPr>
        <p:spPr>
          <a:xfrm>
            <a:off x="8907627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2-veiculos-por-dia"/>
          <p:cNvSpPr txBox="1"/>
          <p:nvPr/>
        </p:nvSpPr>
        <p:spPr>
          <a:xfrm>
            <a:off x="8907627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{n} diárias · {valor} por dia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27"/>
          <p:cNvSpPr txBox="1"/>
          <p:nvPr/>
        </p:nvSpPr>
        <p:spPr>
          <a:xfrm>
            <a:off x="5806440" y="36454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2-veiculos-escolher"/>
          <p:cNvSpPr txBox="1"/>
          <p:nvPr/>
        </p:nvSpPr>
        <p:spPr>
          <a:xfrm>
            <a:off x="5806440" y="38343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Escolher {grupo}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28"/>
          <p:cNvSpPr txBox="1"/>
          <p:nvPr/>
        </p:nvSpPr>
        <p:spPr>
          <a:xfrm>
            <a:off x="5806440" y="4459224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Nota no fim da lista.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2-veiculos-nota-grupo"/>
          <p:cNvSpPr txBox="1"/>
          <p:nvPr/>
        </p:nvSpPr>
        <p:spPr>
          <a:xfrm>
            <a:off x="5806440" y="4648200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 reserva é feita por grupo de veículos, não por modelo específico. O carro entregue pertence ao grupo escolhido.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obs:reserva-02-veicul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3 de 8 · Janela de detalhes do veículo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1 a 7 de 14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17" y="1188719"/>
            <a:ext cx="2951524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Nomes de carro, preços e proteções vêm do sistema da locadora e não são copy do site. Janela que abre em 'Ver detalhes e composição do valor'.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3-veiculos-detalhes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{grupo} · detalhes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3-veiculos-detalhes-caracteristicas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Características incluídas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8907627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3-veiculos-detalhes-passageiros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Passageiros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3-veiculos-detalhes-portas"/>
          <p:cNvSpPr txBox="1"/>
          <p:nvPr/>
        </p:nvSpPr>
        <p:spPr>
          <a:xfrm>
            <a:off x="5806440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Portas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8907627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3-veiculos-detalhes-transmissao"/>
          <p:cNvSpPr txBox="1"/>
          <p:nvPr/>
        </p:nvSpPr>
        <p:spPr>
          <a:xfrm>
            <a:off x="8907627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Transmissão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6"/>
          <p:cNvSpPr txBox="1"/>
          <p:nvPr/>
        </p:nvSpPr>
        <p:spPr>
          <a:xfrm>
            <a:off x="5806440" y="36454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3-veiculos-detalhes-ar"/>
          <p:cNvSpPr txBox="1"/>
          <p:nvPr/>
        </p:nvSpPr>
        <p:spPr>
          <a:xfrm>
            <a:off x="5806440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Ar-condicionado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7"/>
          <p:cNvSpPr txBox="1"/>
          <p:nvPr/>
        </p:nvSpPr>
        <p:spPr>
          <a:xfrm>
            <a:off x="8907627" y="36454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Resposta ao lado de 'Ar-condicionado'.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3-veiculos-detalhes-ar-sim"/>
          <p:cNvSpPr txBox="1"/>
          <p:nvPr/>
        </p:nvSpPr>
        <p:spPr>
          <a:xfrm>
            <a:off x="8907627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Sim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obs:reserva-03-veiculos-detalhe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3 de 8 · Janela de detalhes do veículo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8 a 14 de 14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17" y="1188719"/>
            <a:ext cx="2951524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8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3-veiculos-detalhes-ar-na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9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3-veiculos-detalhes-bagagem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Bagagem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0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3-veiculos-detalhes-quilometragem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Quilometragem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1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3-veiculos-detalhes-composicao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Composição do valor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2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3-veiculos-detalhes-total"/>
          <p:cNvSpPr txBox="1"/>
          <p:nvPr/>
        </p:nvSpPr>
        <p:spPr>
          <a:xfrm>
            <a:off x="5806440" y="28681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Total de {n} diárias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3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3-veiculos-detalhes-nota"/>
          <p:cNvSpPr txBox="1"/>
          <p:nvPr/>
        </p:nvSpPr>
        <p:spPr>
          <a:xfrm>
            <a:off x="5806440" y="3681983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Proteções e itens opcionais são escolhidos na próxima etapa e somam ao total.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14"/>
          <p:cNvSpPr txBox="1"/>
          <p:nvPr/>
        </p:nvSpPr>
        <p:spPr>
          <a:xfrm>
            <a:off x="5806440" y="4504944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3-veiculos-detalhes-botao"/>
          <p:cNvSpPr txBox="1"/>
          <p:nvPr/>
        </p:nvSpPr>
        <p:spPr>
          <a:xfrm>
            <a:off x="5806440" y="4693920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Escolher este grupo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obs:reserva-03-veiculos-detalhe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8 · Escolha do veículo: sem resultado ou com erro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1 a 5 de 14   ·   lâmina 1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75568"/>
            <a:ext cx="4846320" cy="2803942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Nomes de carro, preços e proteções vêm do sistema da locadora e não são copy do site. Quando a busca falha. Embaixo do título vai a explicação do sistema ou uma das três frases seguintes.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4-veiculos-avisos-erro-titulo"/>
          <p:cNvSpPr txBox="1"/>
          <p:nvPr/>
        </p:nvSpPr>
        <p:spPr>
          <a:xfrm>
            <a:off x="5806440" y="15453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foi possível buscar os veículos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17017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a busca não chega ao sistema.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4-veiculos-avisos-erro-rede"/>
          <p:cNvSpPr txBox="1"/>
          <p:nvPr/>
        </p:nvSpPr>
        <p:spPr>
          <a:xfrm>
            <a:off x="5806440" y="2359151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foi possível buscar veículos disponíveis.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9839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o sistema recusa a busca sem explicar.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4-veiculos-avisos-erro-sistema"/>
          <p:cNvSpPr txBox="1"/>
          <p:nvPr/>
        </p:nvSpPr>
        <p:spPr>
          <a:xfrm>
            <a:off x="5806440" y="31729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há veículos disponíveis para o período solicitado.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37978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o sistema falha sem mensagem; pode aparecer em qualquer etapa.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4-veiculos-avisos-erro-inesperado"/>
          <p:cNvSpPr txBox="1"/>
          <p:nvPr/>
        </p:nvSpPr>
        <p:spPr>
          <a:xfrm>
            <a:off x="5806440" y="413918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Erro inesperado. Tente novamente.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8907627" y="37978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4-veiculos-avisos-erro-botao"/>
          <p:cNvSpPr txBox="1"/>
          <p:nvPr/>
        </p:nvSpPr>
        <p:spPr>
          <a:xfrm>
            <a:off x="8907627" y="413918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Refazer a busca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reserva-04-veiculos-avis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8 · Escolha do veículo: sem resultado ou com erro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6 a 9 de 14   ·   lâmina 2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75568"/>
            <a:ext cx="4846320" cy="2803942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6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a contagem regressiva da cotação chega a zero.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4-veiculos-avisos-expirou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Os preços desta busca expiraram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7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4-veiculos-avisos-expirou-texto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 cotação vale por tempo limitado. Refaça a busca para ver os valores atualizados.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8"/>
          <p:cNvSpPr txBox="1"/>
          <p:nvPr/>
        </p:nvSpPr>
        <p:spPr>
          <a:xfrm>
            <a:off x="5806440" y="287731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4-veiculos-avisos-expirou-botao"/>
          <p:cNvSpPr txBox="1"/>
          <p:nvPr/>
        </p:nvSpPr>
        <p:spPr>
          <a:xfrm>
            <a:off x="5806440" y="321868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Buscar de novo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9"/>
          <p:cNvSpPr txBox="1"/>
          <p:nvPr/>
        </p:nvSpPr>
        <p:spPr>
          <a:xfrm>
            <a:off x="8907627" y="287731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não há nenhum grupo livre nas datas.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4-veiculos-avisos-vazio-titulo"/>
          <p:cNvSpPr txBox="1"/>
          <p:nvPr/>
        </p:nvSpPr>
        <p:spPr>
          <a:xfrm>
            <a:off x="8907627" y="321868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Nenhum veículo para este período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reserva-04-veiculos-avis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8 · Escolha do veículo: sem resultado ou com erro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/reservar/veiculos   ·   textos 10 a 14 de 14   ·   lâmina 3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75568"/>
            <a:ext cx="4846320" cy="2803942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0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4-veiculos-avisos-vazio-text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Tente ampliar as datas ou escolher outra loja de retirada.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1"/>
          <p:cNvSpPr txBox="1"/>
          <p:nvPr/>
        </p:nvSpPr>
        <p:spPr>
          <a:xfrm>
            <a:off x="5806440" y="18653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4-veiculos-avisos-vazio-botao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Alterar busca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2"/>
          <p:cNvSpPr txBox="1"/>
          <p:nvPr/>
        </p:nvSpPr>
        <p:spPr>
          <a:xfrm>
            <a:off x="8907627" y="18653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os filtros escolhidos deixam a lista vazia.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4-veiculos-avisos-filtros-titulo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Nenhum grupo com esses filtros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3"/>
          <p:cNvSpPr txBox="1"/>
          <p:nvPr/>
        </p:nvSpPr>
        <p:spPr>
          <a:xfrm>
            <a:off x="5806440" y="28315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4-veiculos-avisos-filtros-texto"/>
          <p:cNvSpPr txBox="1"/>
          <p:nvPr/>
        </p:nvSpPr>
        <p:spPr>
          <a:xfrm>
            <a:off x="5806440" y="3020568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Há {n} grupos disponíveis no período — os filtros escolhidos deixaram todos de fora.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4"/>
          <p:cNvSpPr txBox="1"/>
          <p:nvPr/>
        </p:nvSpPr>
        <p:spPr>
          <a:xfrm>
            <a:off x="5806440" y="384352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4-veiculos-avisos-filtros-botao"/>
          <p:cNvSpPr txBox="1"/>
          <p:nvPr/>
        </p:nvSpPr>
        <p:spPr>
          <a:xfrm>
            <a:off x="5806440" y="403250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Limpar filtros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reserva-04-veiculos-avis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5 de 8 · Proteções e opcionais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/reservar/extras   ·   textos 1 a 7 de 21   ·   lâmina 1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41" y="1188719"/>
            <a:ext cx="2903677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Nomes de carro, preços e proteções vêm do sistema da locadora e não são copy do site. O nome, a descrição e o preço de cada proteção e de cada item opcional também vêm do sistema.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5-extras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Proteções e opcionais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5-extras-veiculo-rotulo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Veículo escolhido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8907627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5-extras-trocar-grupo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Trocar de grupo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28315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5-extras-protecao-titulo"/>
          <p:cNvSpPr txBox="1"/>
          <p:nvPr/>
        </p:nvSpPr>
        <p:spPr>
          <a:xfrm>
            <a:off x="5806440" y="30205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36454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5-extras-protecao-texto"/>
          <p:cNvSpPr txBox="1"/>
          <p:nvPr/>
        </p:nvSpPr>
        <p:spPr>
          <a:xfrm>
            <a:off x="5806440" y="38343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Obrigatória para retirar o veículo. Escolha uma das opções.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6"/>
          <p:cNvSpPr txBox="1"/>
          <p:nvPr/>
        </p:nvSpPr>
        <p:spPr>
          <a:xfrm>
            <a:off x="5806440" y="4459224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 lugar do preço, quando a proteção já está na diária.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5-extras-inclusa"/>
          <p:cNvSpPr txBox="1"/>
          <p:nvPr/>
        </p:nvSpPr>
        <p:spPr>
          <a:xfrm>
            <a:off x="5806440" y="48006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Inclusa na diária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7"/>
          <p:cNvSpPr txBox="1"/>
          <p:nvPr/>
        </p:nvSpPr>
        <p:spPr>
          <a:xfrm>
            <a:off x="8907627" y="4459224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5-extras-por-dia"/>
          <p:cNvSpPr txBox="1"/>
          <p:nvPr/>
        </p:nvSpPr>
        <p:spPr>
          <a:xfrm>
            <a:off x="8907627" y="48006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{valor}/dia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obs:reserva-05-extra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5 de 8 · Proteções e opcionais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/reservar/extras   ·   textos 8 a 13 de 21   ·   lâmina 2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41" y="1188719"/>
            <a:ext cx="2903677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8"/>
          <p:cNvSpPr txBox="1"/>
          <p:nvPr/>
        </p:nvSpPr>
        <p:spPr>
          <a:xfrm>
            <a:off x="5806440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Abre uma janela com a descrição da proteção (texto do sistema).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5-extras-o-que-cobre"/>
          <p:cNvSpPr txBox="1"/>
          <p:nvPr/>
        </p:nvSpPr>
        <p:spPr>
          <a:xfrm>
            <a:off x="5806440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 que esta proteção cobre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9"/>
          <p:cNvSpPr txBox="1"/>
          <p:nvPr/>
        </p:nvSpPr>
        <p:spPr>
          <a:xfrm>
            <a:off x="8907627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Título da janela 'O que esta proteção cobre'.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5-extras-janela-titulo"/>
          <p:cNvSpPr txBox="1"/>
          <p:nvPr/>
        </p:nvSpPr>
        <p:spPr>
          <a:xfrm>
            <a:off x="8907627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Proteção {nome}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0"/>
          <p:cNvSpPr txBox="1"/>
          <p:nvPr/>
        </p:nvSpPr>
        <p:spPr>
          <a:xfrm>
            <a:off x="5806440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Rodapé da janela, ao lado do preço.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5-extras-janela-diarias"/>
          <p:cNvSpPr txBox="1"/>
          <p:nvPr/>
        </p:nvSpPr>
        <p:spPr>
          <a:xfrm>
            <a:off x="5806440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{n} diárias de proteção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1"/>
          <p:cNvSpPr txBox="1"/>
          <p:nvPr/>
        </p:nvSpPr>
        <p:spPr>
          <a:xfrm>
            <a:off x="8907627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Rodapé da janela, quando a proteção já está na diária.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5-extras-janela-inclusa"/>
          <p:cNvSpPr txBox="1"/>
          <p:nvPr/>
        </p:nvSpPr>
        <p:spPr>
          <a:xfrm>
            <a:off x="8907627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Inclusa na diária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2"/>
          <p:cNvSpPr txBox="1"/>
          <p:nvPr/>
        </p:nvSpPr>
        <p:spPr>
          <a:xfrm>
            <a:off x="5806440" y="29839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5-extras-opcionais-titulo"/>
          <p:cNvSpPr txBox="1"/>
          <p:nvPr/>
        </p:nvSpPr>
        <p:spPr>
          <a:xfrm>
            <a:off x="5806440" y="31729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Itens opcionais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3"/>
          <p:cNvSpPr txBox="1"/>
          <p:nvPr/>
        </p:nvSpPr>
        <p:spPr>
          <a:xfrm>
            <a:off x="5806440" y="37978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5-extras-opcionais-texto"/>
          <p:cNvSpPr txBox="1"/>
          <p:nvPr/>
        </p:nvSpPr>
        <p:spPr>
          <a:xfrm>
            <a:off x="5806440" y="39867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Adicione o que precisar. Pode ficar para depois.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obs:reserva-05-extra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5 de 8 · Proteções e opcionais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/reservar/extras   ·   textos 14 a 21 de 21   ·   lâmina 3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41" y="1188719"/>
            <a:ext cx="2903677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4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5-extras-opcionais-vazi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Esta loja não oferece itens opcionais para o período escolhido.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5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5-extras-opcional-preco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{valor} por dia · {valor} no período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6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Resumo do valor, no fim da tela.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5-extras-resumo-protecao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Proteção {nome}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7"/>
          <p:cNvSpPr txBox="1"/>
          <p:nvPr/>
        </p:nvSpPr>
        <p:spPr>
          <a:xfrm>
            <a:off x="5806440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5-extras-resumo-inclusa"/>
          <p:cNvSpPr txBox="1"/>
          <p:nvPr/>
        </p:nvSpPr>
        <p:spPr>
          <a:xfrm>
            <a:off x="5806440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Inclusa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8"/>
          <p:cNvSpPr txBox="1"/>
          <p:nvPr/>
        </p:nvSpPr>
        <p:spPr>
          <a:xfrm>
            <a:off x="8907627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5-extras-total"/>
          <p:cNvSpPr txBox="1"/>
          <p:nvPr/>
        </p:nvSpPr>
        <p:spPr>
          <a:xfrm>
            <a:off x="8907627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Total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9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Mensagem de erro ao tentar seguir sem proteção.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5-extras-erro-protecao"/>
          <p:cNvSpPr txBox="1"/>
          <p:nvPr/>
        </p:nvSpPr>
        <p:spPr>
          <a:xfrm>
            <a:off x="5806440" y="368198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Escolha uma proteção para continuar.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20"/>
          <p:cNvSpPr txBox="1"/>
          <p:nvPr/>
        </p:nvSpPr>
        <p:spPr>
          <a:xfrm>
            <a:off x="5806440" y="43068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5-extras-voltar"/>
          <p:cNvSpPr txBox="1"/>
          <p:nvPr/>
        </p:nvSpPr>
        <p:spPr>
          <a:xfrm>
            <a:off x="5806440" y="44958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Voltar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21"/>
          <p:cNvSpPr txBox="1"/>
          <p:nvPr/>
        </p:nvSpPr>
        <p:spPr>
          <a:xfrm>
            <a:off x="8907627" y="43068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5-extras-continuar"/>
          <p:cNvSpPr txBox="1"/>
          <p:nvPr/>
        </p:nvSpPr>
        <p:spPr>
          <a:xfrm>
            <a:off x="8907627" y="44958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Continuar para seus dados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reserva-05-extra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8 · Seus dados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/reservar/dados   ·   textos 1 a 6 de 41   ·   lâmina 1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07" y="1188719"/>
            <a:ext cx="3943545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Nomes de carro, preços e proteções vêm do sistema da locadora e não são copy do site.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6-dados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Seus dados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6-dados-subtitulo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Precisamos deles para emitir o contrato de locação. Nada é cobrado nesta etapa.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87731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6-dados-condutor"/>
          <p:cNvSpPr txBox="1"/>
          <p:nvPr/>
        </p:nvSpPr>
        <p:spPr>
          <a:xfrm>
            <a:off x="5806440" y="3066287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Condutor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287731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6-dados-nome"/>
          <p:cNvSpPr txBox="1"/>
          <p:nvPr/>
        </p:nvSpPr>
        <p:spPr>
          <a:xfrm>
            <a:off x="8907627" y="3066287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Nome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3691127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Exemplo que aparece dentro do campo vazio.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6-dados-nome-exemplo"/>
          <p:cNvSpPr txBox="1"/>
          <p:nvPr/>
        </p:nvSpPr>
        <p:spPr>
          <a:xfrm>
            <a:off x="5806440" y="403250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João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6"/>
          <p:cNvSpPr txBox="1"/>
          <p:nvPr/>
        </p:nvSpPr>
        <p:spPr>
          <a:xfrm>
            <a:off x="8907627" y="3691127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6-dados-sobrenome"/>
          <p:cNvSpPr txBox="1"/>
          <p:nvPr/>
        </p:nvSpPr>
        <p:spPr>
          <a:xfrm>
            <a:off x="8907627" y="403250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Sobrenome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obs:reserva-06-dad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8 · Seus dados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/reservar/dados   ·   textos 7 a 14 de 41   ·   lâmina 2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07" y="1188719"/>
            <a:ext cx="3943545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7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6-dados-sobrenome-exempl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Silva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8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6-dados-ddd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DDD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9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6-dados-ddd-exemplo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21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0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6-dados-telefone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Telefone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1"/>
          <p:cNvSpPr txBox="1"/>
          <p:nvPr/>
        </p:nvSpPr>
        <p:spPr>
          <a:xfrm>
            <a:off x="5806440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6-dados-telefone-exemplo"/>
          <p:cNvSpPr txBox="1"/>
          <p:nvPr/>
        </p:nvSpPr>
        <p:spPr>
          <a:xfrm>
            <a:off x="5806440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98854-0185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2"/>
          <p:cNvSpPr txBox="1"/>
          <p:nvPr/>
        </p:nvSpPr>
        <p:spPr>
          <a:xfrm>
            <a:off x="8907627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6-dados-email"/>
          <p:cNvSpPr txBox="1"/>
          <p:nvPr/>
        </p:nvSpPr>
        <p:spPr>
          <a:xfrm>
            <a:off x="8907627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E-mail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13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6-dados-email-exemplo"/>
          <p:cNvSpPr txBox="1"/>
          <p:nvPr/>
        </p:nvSpPr>
        <p:spPr>
          <a:xfrm>
            <a:off x="5806440" y="368198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seu.melhor@email.com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14"/>
          <p:cNvSpPr txBox="1"/>
          <p:nvPr/>
        </p:nvSpPr>
        <p:spPr>
          <a:xfrm>
            <a:off x="5806440" y="4306824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6-dados-email-dica"/>
          <p:cNvSpPr txBox="1"/>
          <p:nvPr/>
        </p:nvSpPr>
        <p:spPr>
          <a:xfrm>
            <a:off x="5806440" y="4495800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Enviamos o comprovante da reserva para este endereço.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reserva-06-dad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8 · Seus dados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/reservar/dados   ·   textos 15 a 24 de 41   ·   lâmina 3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07" y="1188719"/>
            <a:ext cx="3943545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5"/>
          <p:cNvSpPr txBox="1"/>
          <p:nvPr/>
        </p:nvSpPr>
        <p:spPr>
          <a:xfrm>
            <a:off x="5806440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Caixa de marcar; troca o campo CPF por Passaporte.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6-dados-estrangeiro"/>
          <p:cNvSpPr txBox="1"/>
          <p:nvPr/>
        </p:nvSpPr>
        <p:spPr>
          <a:xfrm>
            <a:off x="5806440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Sou estrangeiro e não tenho CPF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6"/>
          <p:cNvSpPr txBox="1"/>
          <p:nvPr/>
        </p:nvSpPr>
        <p:spPr>
          <a:xfrm>
            <a:off x="8907627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6-dados-cpf"/>
          <p:cNvSpPr txBox="1"/>
          <p:nvPr/>
        </p:nvSpPr>
        <p:spPr>
          <a:xfrm>
            <a:off x="8907627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CPF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7"/>
          <p:cNvSpPr txBox="1"/>
          <p:nvPr/>
        </p:nvSpPr>
        <p:spPr>
          <a:xfrm>
            <a:off x="5806440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6-dados-cpf-exemplo"/>
          <p:cNvSpPr txBox="1"/>
          <p:nvPr/>
        </p:nvSpPr>
        <p:spPr>
          <a:xfrm>
            <a:off x="5806440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000.000.000-00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8"/>
          <p:cNvSpPr txBox="1"/>
          <p:nvPr/>
        </p:nvSpPr>
        <p:spPr>
          <a:xfrm>
            <a:off x="8907627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Só para quem marca que é estrangeiro.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6-dados-passaporte"/>
          <p:cNvSpPr txBox="1"/>
          <p:nvPr/>
        </p:nvSpPr>
        <p:spPr>
          <a:xfrm>
            <a:off x="8907627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Passaporte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9"/>
          <p:cNvSpPr txBox="1"/>
          <p:nvPr/>
        </p:nvSpPr>
        <p:spPr>
          <a:xfrm>
            <a:off x="5806440" y="29839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6-dados-passaporte-exemplo"/>
          <p:cNvSpPr txBox="1"/>
          <p:nvPr/>
        </p:nvSpPr>
        <p:spPr>
          <a:xfrm>
            <a:off x="5806440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AB123456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20"/>
          <p:cNvSpPr txBox="1"/>
          <p:nvPr/>
        </p:nvSpPr>
        <p:spPr>
          <a:xfrm>
            <a:off x="8907627" y="29839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6-dados-endereco-grupo"/>
          <p:cNvSpPr txBox="1"/>
          <p:nvPr/>
        </p:nvSpPr>
        <p:spPr>
          <a:xfrm>
            <a:off x="8907627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Endereço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21"/>
          <p:cNvSpPr txBox="1"/>
          <p:nvPr/>
        </p:nvSpPr>
        <p:spPr>
          <a:xfrm>
            <a:off x="5806440" y="37978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6-dados-endereco"/>
          <p:cNvSpPr txBox="1"/>
          <p:nvPr/>
        </p:nvSpPr>
        <p:spPr>
          <a:xfrm>
            <a:off x="5806440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Endereço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22"/>
          <p:cNvSpPr txBox="1"/>
          <p:nvPr/>
        </p:nvSpPr>
        <p:spPr>
          <a:xfrm>
            <a:off x="8907627" y="37978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6-dados-endereco-exemplo"/>
          <p:cNvSpPr txBox="1"/>
          <p:nvPr/>
        </p:nvSpPr>
        <p:spPr>
          <a:xfrm>
            <a:off x="8907627" y="39867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Rua, número, bairro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rotulo:23"/>
          <p:cNvSpPr txBox="1"/>
          <p:nvPr/>
        </p:nvSpPr>
        <p:spPr>
          <a:xfrm>
            <a:off x="5806440" y="46116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copy:reserva-06-dados-complemento"/>
          <p:cNvSpPr txBox="1"/>
          <p:nvPr/>
        </p:nvSpPr>
        <p:spPr>
          <a:xfrm>
            <a:off x="5806440" y="48006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Complemento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7" name="fixo:rotulo:24"/>
          <p:cNvSpPr txBox="1"/>
          <p:nvPr/>
        </p:nvSpPr>
        <p:spPr>
          <a:xfrm>
            <a:off x="8907627" y="46116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8" name="copy:reserva-06-dados-complemento-exemplo"/>
          <p:cNvSpPr txBox="1"/>
          <p:nvPr/>
        </p:nvSpPr>
        <p:spPr>
          <a:xfrm>
            <a:off x="8907627" y="48006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Apartamento, bloco (opcional)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0" name="obs:reserva-06-dad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8 · Seus dados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/reservar/dados   ·   textos 25 a 33 de 41   ·   lâmina 4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07" y="1188719"/>
            <a:ext cx="3943545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25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6-dados-cidade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Cidade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6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EXEMPLO DENTRO DO CAMPO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6-dados-cidade-exemplo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Rio de Janeiro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27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6-dados-estado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Estado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28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OPÇÃO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6-dados-estado-exemplo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UF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29"/>
          <p:cNvSpPr txBox="1"/>
          <p:nvPr/>
        </p:nvSpPr>
        <p:spPr>
          <a:xfrm>
            <a:off x="5806440" y="2679192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Mensagens de erro: aparecem embaixo de cada campo depois da primeira tentativa de seguir.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6-dados-erro-nome"/>
          <p:cNvSpPr txBox="1"/>
          <p:nvPr/>
        </p:nvSpPr>
        <p:spPr>
          <a:xfrm>
            <a:off x="5806440" y="30205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Informe seu nome.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30"/>
          <p:cNvSpPr txBox="1"/>
          <p:nvPr/>
        </p:nvSpPr>
        <p:spPr>
          <a:xfrm>
            <a:off x="5806440" y="36454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6-dados-erro-sobrenome"/>
          <p:cNvSpPr txBox="1"/>
          <p:nvPr/>
        </p:nvSpPr>
        <p:spPr>
          <a:xfrm>
            <a:off x="5806440" y="38343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Informe seu sobrenome.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31"/>
          <p:cNvSpPr txBox="1"/>
          <p:nvPr/>
        </p:nvSpPr>
        <p:spPr>
          <a:xfrm>
            <a:off x="8907627" y="36454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6-dados-erro-ddd"/>
          <p:cNvSpPr txBox="1"/>
          <p:nvPr/>
        </p:nvSpPr>
        <p:spPr>
          <a:xfrm>
            <a:off x="8907627" y="38343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DDD com 2 dígitos.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32"/>
          <p:cNvSpPr txBox="1"/>
          <p:nvPr/>
        </p:nvSpPr>
        <p:spPr>
          <a:xfrm>
            <a:off x="5806440" y="44592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6-dados-erro-telefone"/>
          <p:cNvSpPr txBox="1"/>
          <p:nvPr/>
        </p:nvSpPr>
        <p:spPr>
          <a:xfrm>
            <a:off x="5806440" y="46482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Telefone incompleto.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rotulo:33"/>
          <p:cNvSpPr txBox="1"/>
          <p:nvPr/>
        </p:nvSpPr>
        <p:spPr>
          <a:xfrm>
            <a:off x="8907627" y="44592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copy:reserva-06-dados-erro-email"/>
          <p:cNvSpPr txBox="1"/>
          <p:nvPr/>
        </p:nvSpPr>
        <p:spPr>
          <a:xfrm>
            <a:off x="8907627" y="46482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Informe um e-mail válido.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8" name="obs:reserva-06-dad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8 · Seus dados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/reservar/dados   ·   textos 34 a 41 de 41   ·   lâmina 5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07" y="1188719"/>
            <a:ext cx="3943545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34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6-dados-erro-passaporte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Informe o número do passaporte.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35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6-dados-erro-cpf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CPF inválido. Confira os números.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6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6-dados-erro-endereco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Informe o endereço.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37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6-dados-erro-cidade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Informe a cidade.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38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6-dados-erro-estado"/>
          <p:cNvSpPr txBox="1"/>
          <p:nvPr/>
        </p:nvSpPr>
        <p:spPr>
          <a:xfrm>
            <a:off x="5806440" y="28681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Escolha o estado.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39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Aparece acima dos botões quando algum campo tem erro.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6-dados-erro-geral"/>
          <p:cNvSpPr txBox="1"/>
          <p:nvPr/>
        </p:nvSpPr>
        <p:spPr>
          <a:xfrm>
            <a:off x="5806440" y="368198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Confira os campos marcados acima antes de continuar.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40"/>
          <p:cNvSpPr txBox="1"/>
          <p:nvPr/>
        </p:nvSpPr>
        <p:spPr>
          <a:xfrm>
            <a:off x="5806440" y="43068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6-dados-voltar"/>
          <p:cNvSpPr txBox="1"/>
          <p:nvPr/>
        </p:nvSpPr>
        <p:spPr>
          <a:xfrm>
            <a:off x="5806440" y="44958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Voltar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41"/>
          <p:cNvSpPr txBox="1"/>
          <p:nvPr/>
        </p:nvSpPr>
        <p:spPr>
          <a:xfrm>
            <a:off x="8907627" y="43068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6-dados-continuar"/>
          <p:cNvSpPr txBox="1"/>
          <p:nvPr/>
        </p:nvSpPr>
        <p:spPr>
          <a:xfrm>
            <a:off x="8907627" y="44958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Revisar e confirmar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reserva-06-dad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8 · Revisão e pré-reserva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/reservar/revisao   ·   textos 1 a 5 de 31   ·   lâmina 1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30" y="1188719"/>
            <a:ext cx="3346899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Nomes de carro, preços e proteções vêm do sistema da locadora e não são copy do site. Os dados do condutor também são o que a pessoa digitou.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7-revisao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Revise e confirme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7-revisao-subtitulo"/>
          <p:cNvSpPr txBox="1"/>
          <p:nvPr/>
        </p:nvSpPr>
        <p:spPr>
          <a:xfrm>
            <a:off x="5806440" y="22067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Confira tudo antes de enviar. Nada é cobrado agora: o pagamento é combinado quando nossa equipe falar com você.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3029711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7-revisao-veiculo"/>
          <p:cNvSpPr txBox="1"/>
          <p:nvPr/>
        </p:nvSpPr>
        <p:spPr>
          <a:xfrm>
            <a:off x="5806440" y="3218687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3029711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7-revisao-veiculo-trocar"/>
          <p:cNvSpPr txBox="1"/>
          <p:nvPr/>
        </p:nvSpPr>
        <p:spPr>
          <a:xfrm>
            <a:off x="8907627" y="3218687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Trocar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384352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7-revisao-veiculo-resumo"/>
          <p:cNvSpPr txBox="1"/>
          <p:nvPr/>
        </p:nvSpPr>
        <p:spPr>
          <a:xfrm>
            <a:off x="5806440" y="403250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{câmbio} · {n} pessoas · {quilometragem}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reserva-07-revis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8 · Revisão e pré-reserva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/reservar/revisao   ·   textos 6 a 15 de 31   ·   lâmina 2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30" y="1188719"/>
            <a:ext cx="3346899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6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7-revisao-datas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Retirada e devolução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7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7-revisao-datas-alterar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Alterar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8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7-revisao-retirada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Retirada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9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7-revisao-devolucao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Devolução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0"/>
          <p:cNvSpPr txBox="1"/>
          <p:nvPr/>
        </p:nvSpPr>
        <p:spPr>
          <a:xfrm>
            <a:off x="5806440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7-revisao-condutor"/>
          <p:cNvSpPr txBox="1"/>
          <p:nvPr/>
        </p:nvSpPr>
        <p:spPr>
          <a:xfrm>
            <a:off x="5806440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Condutor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1"/>
          <p:cNvSpPr txBox="1"/>
          <p:nvPr/>
        </p:nvSpPr>
        <p:spPr>
          <a:xfrm>
            <a:off x="8907627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7-revisao-condutor-editar"/>
          <p:cNvSpPr txBox="1"/>
          <p:nvPr/>
        </p:nvSpPr>
        <p:spPr>
          <a:xfrm>
            <a:off x="8907627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Editar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12"/>
          <p:cNvSpPr txBox="1"/>
          <p:nvPr/>
        </p:nvSpPr>
        <p:spPr>
          <a:xfrm>
            <a:off x="5806440" y="34930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Para estrangeiro: 'Passaporte {número}'.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reserva-07-revisao-condutor-documento"/>
          <p:cNvSpPr txBox="1"/>
          <p:nvPr/>
        </p:nvSpPr>
        <p:spPr>
          <a:xfrm>
            <a:off x="5806440" y="38343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CPF {número}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13"/>
          <p:cNvSpPr txBox="1"/>
          <p:nvPr/>
        </p:nvSpPr>
        <p:spPr>
          <a:xfrm>
            <a:off x="8907627" y="3493008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reserva-07-revisao-protecao"/>
          <p:cNvSpPr txBox="1"/>
          <p:nvPr/>
        </p:nvSpPr>
        <p:spPr>
          <a:xfrm>
            <a:off x="8907627" y="38343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Proteção e opcionais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rotulo:14"/>
          <p:cNvSpPr txBox="1"/>
          <p:nvPr/>
        </p:nvSpPr>
        <p:spPr>
          <a:xfrm>
            <a:off x="5806440" y="44592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copy:reserva-07-revisao-protecao-alterar"/>
          <p:cNvSpPr txBox="1"/>
          <p:nvPr/>
        </p:nvSpPr>
        <p:spPr>
          <a:xfrm>
            <a:off x="5806440" y="46482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Alterar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7" name="fixo:rotulo:15"/>
          <p:cNvSpPr txBox="1"/>
          <p:nvPr/>
        </p:nvSpPr>
        <p:spPr>
          <a:xfrm>
            <a:off x="8907627" y="4459224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8" name="copy:reserva-07-revisao-protecao-nome"/>
          <p:cNvSpPr txBox="1"/>
          <p:nvPr/>
        </p:nvSpPr>
        <p:spPr>
          <a:xfrm>
            <a:off x="8907627" y="4648200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Proteção {nome}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0" name="obs:reserva-07-revis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8 · Revisão e pré-reserva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/reservar/revisao   ·   textos 16 a 21 de 31   ·   lâmina 3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30" y="1188719"/>
            <a:ext cx="3346899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6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7-revisao-sem-proteca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Sem proteção adicional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7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7-revisao-sem-opcionais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Nenhum item opcional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8"/>
          <p:cNvSpPr txBox="1"/>
          <p:nvPr/>
        </p:nvSpPr>
        <p:spPr>
          <a:xfrm>
            <a:off x="5806440" y="18653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7-revisao-valor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Valor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9"/>
          <p:cNvSpPr txBox="1"/>
          <p:nvPr/>
        </p:nvSpPr>
        <p:spPr>
          <a:xfrm>
            <a:off x="8907627" y="18653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 lugar do preço, para taxas que já estão na diária.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7-revisao-inclusa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inclusa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20"/>
          <p:cNvSpPr txBox="1"/>
          <p:nvPr/>
        </p:nvSpPr>
        <p:spPr>
          <a:xfrm>
            <a:off x="5806440" y="28315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7-revisao-total"/>
          <p:cNvSpPr txBox="1"/>
          <p:nvPr/>
        </p:nvSpPr>
        <p:spPr>
          <a:xfrm>
            <a:off x="5806440" y="30205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Total de {n} diárias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21"/>
          <p:cNvSpPr txBox="1"/>
          <p:nvPr/>
        </p:nvSpPr>
        <p:spPr>
          <a:xfrm>
            <a:off x="5806440" y="36454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Só aparece quando a loja cobra taxa de não comparecimento.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7-revisao-no-show"/>
          <p:cNvSpPr txBox="1"/>
          <p:nvPr/>
        </p:nvSpPr>
        <p:spPr>
          <a:xfrm>
            <a:off x="5806440" y="3834384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comparecer para a retirada gera uma taxa de {valor}. Se precisar desistir, avise a loja pelo WhatsApp.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obs:reserva-07-revis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8 · Revisão e pré-reserva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/reservar/revisao   ·   textos 22 a 25 de 31   ·   lâmina 4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30" y="1188719"/>
            <a:ext cx="3346899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22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Bloco logo abaixo do resumo, antes do aceite.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7-revisao-pre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Isto é uma pré-reserva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3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Passo 1; 'Em até 24 horas' em destaque.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7-revisao-pre-passo-1"/>
          <p:cNvSpPr txBox="1"/>
          <p:nvPr/>
        </p:nvSpPr>
        <p:spPr>
          <a:xfrm>
            <a:off x="5806440" y="2054352"/>
            <a:ext cx="6019495" cy="90220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Em até 24 horas, nossa equipe entra em contato pelo telefone ou WhatsApp que você informou, para confirmar a reserva e combinar o pagamento.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24"/>
          <p:cNvSpPr txBox="1"/>
          <p:nvPr/>
        </p:nvSpPr>
        <p:spPr>
          <a:xfrm>
            <a:off x="5806440" y="307543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Passo 2; 'Antes da retirada' em destaque.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7-revisao-pre-passo-2"/>
          <p:cNvSpPr txBox="1"/>
          <p:nvPr/>
        </p:nvSpPr>
        <p:spPr>
          <a:xfrm>
            <a:off x="5806440" y="3264408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Antes da retirada, mandamos uma mensagem no WhatsApp para lembrar o dia e o horário.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25"/>
          <p:cNvSpPr txBox="1"/>
          <p:nvPr/>
        </p:nvSpPr>
        <p:spPr>
          <a:xfrm>
            <a:off x="5806440" y="4087368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Caixa de marcar. 'termos de uso' e 'cláusulas contratuais' viram links quando a loja cadastra os documentos no sistema.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7-revisao-aceite"/>
          <p:cNvSpPr txBox="1"/>
          <p:nvPr/>
        </p:nvSpPr>
        <p:spPr>
          <a:xfrm>
            <a:off x="5806440" y="442874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Li e aceito os termos de uso e as cláusulas contratuais da locação.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reserva-07-revis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8 · Revisão e pré-reserva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/reservar/revisao   ·   textos 26 a 31 de 31   ·   lâmina 5 de 5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30" y="1188719"/>
            <a:ext cx="3346899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26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Mensagem de erro ao tentar enviar sem marcar o aceite.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7-revisao-erro-aceite"/>
          <p:cNvSpPr txBox="1"/>
          <p:nvPr/>
        </p:nvSpPr>
        <p:spPr>
          <a:xfrm>
            <a:off x="5806440" y="1240536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É preciso aceitar os termos e as cláusulas contratuais para enviar a pré-reserva.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7"/>
          <p:cNvSpPr txBox="1"/>
          <p:nvPr/>
        </p:nvSpPr>
        <p:spPr>
          <a:xfrm>
            <a:off x="5806440" y="206349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o envio não chega ao sistema.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7-revisao-erro-envio"/>
          <p:cNvSpPr txBox="1"/>
          <p:nvPr/>
        </p:nvSpPr>
        <p:spPr>
          <a:xfrm>
            <a:off x="5806440" y="2252471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foi possível enviar a pré-reserva. Tente novamente.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28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Quando o sistema da locadora recusa sem explicar.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7-revisao-erro-sistema"/>
          <p:cNvSpPr txBox="1"/>
          <p:nvPr/>
        </p:nvSpPr>
        <p:spPr>
          <a:xfrm>
            <a:off x="5806440" y="30662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foi possível confirmar a reserva. Tente novamente.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29"/>
          <p:cNvSpPr txBox="1"/>
          <p:nvPr/>
        </p:nvSpPr>
        <p:spPr>
          <a:xfrm>
            <a:off x="5806440" y="3691127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7-revisao-voltar"/>
          <p:cNvSpPr txBox="1"/>
          <p:nvPr/>
        </p:nvSpPr>
        <p:spPr>
          <a:xfrm>
            <a:off x="5806440" y="388010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Voltar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30"/>
          <p:cNvSpPr txBox="1"/>
          <p:nvPr/>
        </p:nvSpPr>
        <p:spPr>
          <a:xfrm>
            <a:off x="8907627" y="3691127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7-revisao-confirmar"/>
          <p:cNvSpPr txBox="1"/>
          <p:nvPr/>
        </p:nvSpPr>
        <p:spPr>
          <a:xfrm>
            <a:off x="8907627" y="388010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Confirmar pré-reserva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31"/>
          <p:cNvSpPr txBox="1"/>
          <p:nvPr/>
        </p:nvSpPr>
        <p:spPr>
          <a:xfrm>
            <a:off x="5806440" y="4504943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Aparece no botão enquanto envia.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7-revisao-confirmar-enviando"/>
          <p:cNvSpPr txBox="1"/>
          <p:nvPr/>
        </p:nvSpPr>
        <p:spPr>
          <a:xfrm>
            <a:off x="5806440" y="4693920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Enviando sua pré-reserva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obs:reserva-07-revis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8 · Pré-reserva enviada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/reservar/confirmacao   ·   textos 1 a 6 de 19   ·   lâmina 1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3049"/>
            <a:ext cx="4846320" cy="392898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Nomes de carro, preços e proteções vêm do sistema da locadora e não são copy do site. O número da pré-reserva também vem do sistema.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8-confirmacao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Pré-reserva enviada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8-confirmacao-subtitulo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Guarde o número abaixo: é com ele que nossa equipe vai falar com você.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8-confirmacao-numero"/>
          <p:cNvSpPr txBox="1"/>
          <p:nvPr/>
        </p:nvSpPr>
        <p:spPr>
          <a:xfrm>
            <a:off x="5806440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Número da pré-reserva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8-confirmacao-veiculo"/>
          <p:cNvSpPr txBox="1"/>
          <p:nvPr/>
        </p:nvSpPr>
        <p:spPr>
          <a:xfrm>
            <a:off x="8907627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36454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8-confirmacao-retirada"/>
          <p:cNvSpPr txBox="1"/>
          <p:nvPr/>
        </p:nvSpPr>
        <p:spPr>
          <a:xfrm>
            <a:off x="5806440" y="38343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Retirada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6"/>
          <p:cNvSpPr txBox="1"/>
          <p:nvPr/>
        </p:nvSpPr>
        <p:spPr>
          <a:xfrm>
            <a:off x="8907627" y="36454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reserva-08-confirmacao-devolucao"/>
          <p:cNvSpPr txBox="1"/>
          <p:nvPr/>
        </p:nvSpPr>
        <p:spPr>
          <a:xfrm>
            <a:off x="8907627" y="3834384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Devolução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obs:reserva-08-confirm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8 · Pré-reserva enviada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/reservar/confirmacao   ·   textos 7 a 11 de 19   ·   lâmina 2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3049"/>
            <a:ext cx="4846320" cy="392898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7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8-confirmacao-proteca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8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8-confirmacao-total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Total de {n} diárias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9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8-confirmacao-passos-titulo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Próximos passos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0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 começo de cada passo aparece em destaque.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8-confirmacao-passo-1"/>
          <p:cNvSpPr txBox="1"/>
          <p:nvPr/>
        </p:nvSpPr>
        <p:spPr>
          <a:xfrm>
            <a:off x="5806440" y="2868168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Em até 24 horas, nossa equipe entra em contato para confirmar a reserva e combinar o pagamento.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1"/>
          <p:cNvSpPr txBox="1"/>
          <p:nvPr/>
        </p:nvSpPr>
        <p:spPr>
          <a:xfrm>
            <a:off x="5806440" y="369112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reserva-08-confirmacao-passo-2"/>
          <p:cNvSpPr txBox="1"/>
          <p:nvPr/>
        </p:nvSpPr>
        <p:spPr>
          <a:xfrm>
            <a:off x="5806440" y="3880104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Antes da retirada, mandamos uma mensagem no WhatsApp para lembrar o dia e o horário.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reserva-08-confirm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8 · Pré-reserva enviada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/reservar/confirmacao   ·   textos 12 a 15 de 19   ·   lâmina 3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3049"/>
            <a:ext cx="4846320" cy="392898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2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ITEM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8-confirmacao-passo-3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No dia, leve CNH válida e um cartão em seu nome.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3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8-confirmacao-suporte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Falar com o suporte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4"/>
          <p:cNvSpPr txBox="1"/>
          <p:nvPr/>
        </p:nvSpPr>
        <p:spPr>
          <a:xfrm>
            <a:off x="5806440" y="2679192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ao tocar em 'Falar com o suporte'.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8-confirmacao-suporte-whatsapp"/>
          <p:cNvSpPr txBox="1"/>
          <p:nvPr/>
        </p:nvSpPr>
        <p:spPr>
          <a:xfrm>
            <a:off x="5806440" y="30205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Olá, Locafacil! Fiz a pré-reserva {número} pelo site e preciso de suporte.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5"/>
          <p:cNvSpPr txBox="1"/>
          <p:nvPr/>
        </p:nvSpPr>
        <p:spPr>
          <a:xfrm>
            <a:off x="5806440" y="36454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Baixa um lembrete para a agenda do celular.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8-confirmacao-calendario"/>
          <p:cNvSpPr txBox="1"/>
          <p:nvPr/>
        </p:nvSpPr>
        <p:spPr>
          <a:xfrm>
            <a:off x="5806440" y="38343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Adicionar ao calendário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reserva-08-confirm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8 · Pré-reserva enviada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/reservar/confirmacao   ·   textos 16 a 19 de 19   ·   lâmina 4 de 4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3049"/>
            <a:ext cx="4846320" cy="392898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6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Nome do compromisso que entra na agenda.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reserva-08-confirmacao-calendario-event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Retirada do veículo · Locafacil (pré-reserva {número})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7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reserva-08-confirmacao-alterar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Alterar ou cancelar esta pré-reserva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8"/>
          <p:cNvSpPr txBox="1"/>
          <p:nvPr/>
        </p:nvSpPr>
        <p:spPr>
          <a:xfrm>
            <a:off x="5806440" y="2679192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ao tocar em 'Alterar ou cancelar esta pré-reserva'.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reserva-08-confirmacao-alterar-whatsapp"/>
          <p:cNvSpPr txBox="1"/>
          <p:nvPr/>
        </p:nvSpPr>
        <p:spPr>
          <a:xfrm>
            <a:off x="5806440" y="30205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e preciso falar sobre a pré-reserva {número}.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9"/>
          <p:cNvSpPr txBox="1"/>
          <p:nvPr/>
        </p:nvSpPr>
        <p:spPr>
          <a:xfrm>
            <a:off x="5806440" y="36454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AVISO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Só aparece enquanto o site usa dados de exemplo.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reserva-08-confirmacao-demonstracao"/>
          <p:cNvSpPr txBox="1"/>
          <p:nvPr/>
        </p:nvSpPr>
        <p:spPr>
          <a:xfrm>
            <a:off x="5806440" y="3834384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Pré-reserva de demonstração: a integração com o sistema da loja ainda não foi liberada.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reserva-08-confirmaca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Espaço livre</a:t>
            </a:r>
            <a:endParaRPr lang="pt-BR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Última lâmina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texto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24245"/>
                </a:solidFill>
                <a:latin typeface="Arial"/>
              </a:rPr>
              <a:t>Escreva qualquer pedido que não coube nas lâminas: texto novo, seção nova, referência. Pode colar imagens aqui.</a:t>
            </a:r>
            <a:endParaRPr lang="pt-BR" sz="14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7" name="livre"/>
          <p:cNvSpPr txBox="1"/>
          <p:nvPr/>
        </p:nvSpPr>
        <p:spPr>
          <a:xfrm>
            <a:off x="365760" y="1645920"/>
            <a:ext cx="11460175" cy="484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0A1628"/>
                </a:solidFill>
                <a:latin typeface="Arial"/>
              </a:rPr>
              <a:t/>
            </a:r>
            <a:endParaRPr lang="pt-BR" sz="14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