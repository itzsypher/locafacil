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como-editar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empresas-contato-01-empresas-topo-titulo | Locafacil Business</a:t>
            </a:r>
          </a:p>
          <a:p>
            <a:r>
              <a:t>2 | empresas-contato-01-empresas-topo-subtitulo | Eficiência em movimento: soluções completas em terceirização de frota.</a:t>
            </a:r>
          </a:p>
          <a:p>
            <a:r>
              <a:t>3 | empresas-contato-01-empresas-topo-botao | Solicitar Proposta Comercial</a:t>
            </a:r>
          </a:p>
          <a:p>
            <a:r>
              <a:t>4 | empresas-contato-01-empresas-topo-whatsapp | Olá, Locafacil! Quero saber sobre frota para empresas.</a:t>
            </a:r>
          </a:p>
          <a:p>
            <a:r>
              <a:t>obs | empresas-contato-01-empresas-topo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empresas-contato-02-empresas-crescer-titulo | Crescer dói, mas não precisa ser assim.</a:t>
            </a:r>
          </a:p>
          <a:p>
            <a:r>
              <a:t>2 | empresas-contato-02-empresas-crescer-texto | Com a Locafacil Business você pode expandir sua operação sem precisar se preocupar com custos de aquisição, gestão da frota e manutenção dos veículos. Oferecemos soluções completas em terceirização de frotas para você focar no que realmente importa — o crescimento da sua empresa.</a:t>
            </a:r>
          </a:p>
          <a:p>
            <a:r>
              <a:t>3 | empresas-contato-02-empresas-crescer-botao | Solicitar Cotação Agora</a:t>
            </a:r>
          </a:p>
          <a:p>
            <a:r>
              <a:t>obs | empresas-contato-02-empresas-crescer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empresas-contato-03-empresas-motivos-titulo | 4 motivos para contratar hoje</a:t>
            </a:r>
          </a:p>
          <a:p>
            <a:r>
              <a:t>2 | empresas-contato-03-empresas-motivos-custos-titulo | Custos</a:t>
            </a:r>
          </a:p>
          <a:p>
            <a:r>
              <a:t>3 | empresas-contato-03-empresas-motivos-custos-texto | Com a terceirização de frota da Locafacil você reduz custos e elimina gastos inesperados com manutenções e substituição de veículos. Na prática é a sua empresa operando forte, com custo fixo mensal e sem surpresas desagradáveis.</a:t>
            </a:r>
          </a:p>
          <a:p>
            <a:r>
              <a:t>4 | empresas-contato-03-empresas-motivos-agilidade-titulo | Agilidade</a:t>
            </a:r>
          </a:p>
          <a:p>
            <a:r>
              <a:t>5 | empresas-contato-03-empresas-motivos-agilidade-texto | A Locafacil Business garante o processo de contratação mais ágil do mercado. Sem sua empresa pagar caução, com atendimento humanizado e planos 100% personalizados de acordo com sua necessidade.</a:t>
            </a:r>
          </a:p>
          <a:p>
            <a:r>
              <a:t>obs | empresas-contato-03-empresas-motivos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empresas-contato-03-empresas-motivos-foco-titulo | Foco</a:t>
            </a:r>
          </a:p>
          <a:p>
            <a:r>
              <a:t>7 | empresas-contato-03-empresas-motivos-foco-texto | Você, empresário, sabe bem que tempo + foco = resultado! Terceirizando sua frota com a Locafacil Business você ganha tempo para pensar no que realmente importa — o crescimento da sua empresa.</a:t>
            </a:r>
          </a:p>
          <a:p>
            <a:r>
              <a:t>8 | empresas-contato-03-empresas-motivos-planejamento-titulo | Planejamento</a:t>
            </a:r>
          </a:p>
          <a:p>
            <a:r>
              <a:t>9 | empresas-contato-03-empresas-motivos-planejamento-texto | Transformar despesas variáveis em custos fixos auxiliará todo o seu processo de gestão financeira e planejamento operacional. Além disso, você conta com a nossa flexibilidade de poder aumentar a frota sempre que quiser.</a:t>
            </a:r>
          </a:p>
          <a:p>
            <a:r>
              <a:t>obs | empresas-contato-03-empresas-motivos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empresas-contato-04-empresas-cotacao-titulo | Peça sua cotação</a:t>
            </a:r>
          </a:p>
          <a:p>
            <a:r>
              <a:t>2 | empresas-contato-04-empresas-cotacao-texto | Conte o tamanho da operação e a equipe comercial responde com uma proposta sob medida.</a:t>
            </a:r>
          </a:p>
          <a:p>
            <a:r>
              <a:t>3 | empresas-contato-04-empresas-cotacao-nome | Nome</a:t>
            </a:r>
          </a:p>
          <a:p>
            <a:r>
              <a:t>4 | empresas-contato-04-empresas-cotacao-empresa | Empresa</a:t>
            </a:r>
          </a:p>
          <a:p>
            <a:r>
              <a:t>obs | empresas-contato-04-empresas-cotacao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| empresas-contato-04-empresas-cotacao-telefone | Telefone</a:t>
            </a:r>
          </a:p>
          <a:p>
            <a:r>
              <a:t>6 | empresas-contato-04-empresas-cotacao-telefone-exemplo | (21) 99999-9999</a:t>
            </a:r>
          </a:p>
          <a:p>
            <a:r>
              <a:t>7 | empresas-contato-04-empresas-cotacao-cnpj | CNPJ</a:t>
            </a:r>
          </a:p>
          <a:p>
            <a:r>
              <a:t>8 | empresas-contato-04-empresas-cotacao-opcional | (opcional)</a:t>
            </a:r>
          </a:p>
          <a:p>
            <a:r>
              <a:t>9 | empresas-contato-04-empresas-cotacao-quantidade | Quantos veículos</a:t>
            </a:r>
          </a:p>
          <a:p>
            <a:r>
              <a:t>10 | empresas-contato-04-empresas-cotacao-selecione | Selecione</a:t>
            </a:r>
          </a:p>
          <a:p>
            <a:r>
              <a:t>obs | empresas-contato-04-empresas-cotacao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| empresas-contato-04-empresas-cotacao-quantidade-1 | 1 a 5</a:t>
            </a:r>
          </a:p>
          <a:p>
            <a:r>
              <a:t>12 | empresas-contato-04-empresas-cotacao-quantidade-2 | 6 a 10</a:t>
            </a:r>
          </a:p>
          <a:p>
            <a:r>
              <a:t>13 | empresas-contato-04-empresas-cotacao-quantidade-3 | 11 a 30</a:t>
            </a:r>
          </a:p>
          <a:p>
            <a:r>
              <a:t>14 | empresas-contato-04-empresas-cotacao-quantidade-4 | Mais de 30</a:t>
            </a:r>
          </a:p>
          <a:p>
            <a:r>
              <a:t>15 | empresas-contato-04-empresas-cotacao-prazo | Por quanto tempo</a:t>
            </a:r>
          </a:p>
          <a:p>
            <a:r>
              <a:t>16 | empresas-contato-04-empresas-cotacao-prazo-1 | Até 3 meses</a:t>
            </a:r>
          </a:p>
          <a:p>
            <a:r>
              <a:t>17 | empresas-contato-04-empresas-cotacao-prazo-2 | De 3 a 12 meses</a:t>
            </a:r>
          </a:p>
          <a:p>
            <a:r>
              <a:t>18 | empresas-contato-04-empresas-cotacao-prazo-3 | Mais de 12 meses</a:t>
            </a:r>
          </a:p>
          <a:p>
            <a:r>
              <a:t>obs | empresas-contato-04-empresas-cotacao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| empresas-contato-04-empresas-cotacao-prazo-4 | Ainda não sei</a:t>
            </a:r>
          </a:p>
          <a:p>
            <a:r>
              <a:t>20 | empresas-contato-04-empresas-cotacao-mensagem | Conte mais sobre a operação</a:t>
            </a:r>
          </a:p>
          <a:p>
            <a:r>
              <a:t>21 | empresas-contato-04-empresas-cotacao-mensagem-exemplo | Tipo de veículo, cidade, quando precisa começar…</a:t>
            </a:r>
          </a:p>
          <a:p>
            <a:r>
              <a:t>22 | empresas-contato-04-empresas-cotacao-botao | Enviar pedido de cotação</a:t>
            </a:r>
          </a:p>
          <a:p>
            <a:r>
              <a:t>23 | empresas-contato-04-empresas-cotacao-nota | As respostas abrem prontas no seu WhatsApp. É só apertar enviar.</a:t>
            </a:r>
          </a:p>
          <a:p>
            <a:r>
              <a:t>obs | empresas-contato-04-empresas-cotacao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empresas-contato-05-contato-topo-titulo | Estamos aqui por você.</a:t>
            </a:r>
          </a:p>
          <a:p>
            <a:r>
              <a:t>2 | empresas-contato-05-contato-topo-subtitulo | Conheça a equipe por trás da Locafacil e entre em contato conosco.</a:t>
            </a:r>
          </a:p>
          <a:p>
            <a:r>
              <a:t>obs | empresas-contato-05-contato-topo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empresas-contato-06-contato-equipe-titulo | Pessoas que fazem acontecer.</a:t>
            </a:r>
          </a:p>
          <a:p>
            <a:r>
              <a:t>2 | empresas-contato-06-contato-equipe-subtitulo | Nossa equipe é formada por especialistas apaixonados por mobilidade. Mais do que alugar carros, trabalhamos para oferecer a melhor experiência.</a:t>
            </a:r>
          </a:p>
          <a:p>
            <a:r>
              <a:t>3 | empresas-contato-06-contato-equipe-bloco-titulo | Um atendimento humano e próximo</a:t>
            </a:r>
          </a:p>
          <a:p>
            <a:r>
              <a:t>obs | empresas-contato-06-contato-equipe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| empresas-contato-06-contato-equipe-bloco-texto | Acreditamos que a tecnologia deve facilitar processos, mas o atendimento precisa ser humano. Nossa equipe de especialistas está sempre pronta para entender a sua necessidade e encontrar o plano ideal para você ou para a sua empresa.</a:t>
            </a:r>
          </a:p>
          <a:p>
            <a:r>
              <a:t>5 | empresas-contato-06-contato-equipe-bloco-texto-2 | Sem robôs, sem burocracia desnecessária. Fale diretamente com quem pode resolver o seu problema.</a:t>
            </a:r>
          </a:p>
          <a:p>
            <a:r>
              <a:t>obs | empresas-contato-06-contato-equipe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empresas-contato-07-contato-formulario-info-titulo | Informações de contato</a:t>
            </a:r>
          </a:p>
          <a:p>
            <a:r>
              <a:t>2 | empresas-contato-07-contato-formulario-telefone-rotulo | Telefone / WhatsApp</a:t>
            </a:r>
          </a:p>
          <a:p>
            <a:r>
              <a:t>3 | empresas-contato-07-contato-formulario-telefone | (21) 96854-0185</a:t>
            </a:r>
          </a:p>
          <a:p>
            <a:r>
              <a:t>4 | empresas-contato-07-contato-formulario-telefone-empresas | (21) 99329-7697 (Empresas)</a:t>
            </a:r>
          </a:p>
          <a:p>
            <a:r>
              <a:t>5 | empresas-contato-07-contato-formulario-email-rotulo | E-mail</a:t>
            </a:r>
          </a:p>
          <a:p>
            <a:r>
              <a:t>6 | empresas-contato-07-contato-formulario-email | reservas@locafacilaluguel.com</a:t>
            </a:r>
          </a:p>
          <a:p>
            <a:r>
              <a:t>7 | empresas-contato-07-contato-formulario-form-titulo | Fale com a gente</a:t>
            </a:r>
          </a:p>
          <a:p>
            <a:r>
              <a:t>8 | empresas-contato-07-contato-formulario-form-texto | Conte o que precisa e a mensagem chega pronta no WhatsApp da loja.</a:t>
            </a:r>
          </a:p>
          <a:p>
            <a:r>
              <a:t>obs | empresas-contato-07-contato-formulario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| empresas-contato-07-contato-formulario-nome | Nome</a:t>
            </a:r>
          </a:p>
          <a:p>
            <a:r>
              <a:t>10 | empresas-contato-07-contato-formulario-assunto | Assunto</a:t>
            </a:r>
          </a:p>
          <a:p>
            <a:r>
              <a:t>11 | empresas-contato-07-contato-formulario-mensagem | Mensagem</a:t>
            </a:r>
          </a:p>
          <a:p>
            <a:r>
              <a:t>12 | empresas-contato-07-contato-formulario-botao | Enviar pelo WhatsApp</a:t>
            </a:r>
          </a:p>
          <a:p>
            <a:r>
              <a:t>13 | empresas-contato-07-contato-formulario-nota | As respostas abrem prontas no seu WhatsApp. É só apertar enviar.</a:t>
            </a:r>
          </a:p>
          <a:p>
            <a:r>
              <a:t>obs | empresas-contato-07-contato-formulario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empresas-contato-08-contato-mapa-titulo | Nossa localização central</a:t>
            </a:r>
          </a:p>
          <a:p>
            <a:r>
              <a:t>obs | empresas-contato-08-contato-mapa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empresas-contato-09-whatsapp-alugar | Quero alugar um carro</a:t>
            </a:r>
          </a:p>
          <a:p>
            <a:r>
              <a:t>2 | empresas-contato-09-whatsapp-alugar-detalhe | Diárias, grupos disponíveis e como retirar</a:t>
            </a:r>
          </a:p>
          <a:p>
            <a:r>
              <a:t>3 | empresas-contato-09-whatsapp-alugar-frase | Olá! Vim pelo site e quero alugar um carro. Pode me passar os valores e a disponibilidade?</a:t>
            </a:r>
          </a:p>
          <a:p>
            <a:r>
              <a:t>4 | empresas-contato-09-whatsapp-assinar | Quero assinar um carro por mês</a:t>
            </a:r>
          </a:p>
          <a:p>
            <a:r>
              <a:t>obs | empresas-contato-09-whatsapp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| empresas-contato-09-whatsapp-assinar-detalhe | Locafacil Express, sem IPVA nem manutenção</a:t>
            </a:r>
          </a:p>
          <a:p>
            <a:r>
              <a:t>6 | empresas-contato-09-whatsapp-assinar-frase | Olá! Vim pelo site e tenho interesse na assinatura mensal. Como funciona e quais são os planos?</a:t>
            </a:r>
          </a:p>
          <a:p>
            <a:r>
              <a:t>7 | empresas-contato-09-whatsapp-empresa | Preciso de carro para minha empresa</a:t>
            </a:r>
          </a:p>
          <a:p>
            <a:r>
              <a:t>8 | empresas-contato-09-whatsapp-empresa-detalhe | Frota, contrato e proposta comercial</a:t>
            </a:r>
          </a:p>
          <a:p>
            <a:r>
              <a:t>9 | empresas-contato-09-whatsapp-empresa-frase | Olá! Vim pelo site e preciso de veículos para a minha empresa. Gostaria de receber uma proposta comercial.</a:t>
            </a:r>
          </a:p>
          <a:p>
            <a:r>
              <a:t>obs | empresas-contato-09-whatsapp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| empresas-contato-09-whatsapp-documentos | Quais documentos eu preciso levar</a:t>
            </a:r>
          </a:p>
          <a:p>
            <a:r>
              <a:t>11 | empresas-contato-09-whatsapp-documentos-detalhe | Requisitos para retirar o veículo</a:t>
            </a:r>
          </a:p>
          <a:p>
            <a:r>
              <a:t>12 | empresas-contato-09-whatsapp-documentos-frase | Olá! Vim pelo site. Quais documentos e requisitos eu preciso para retirar um veículo?</a:t>
            </a:r>
          </a:p>
          <a:p>
            <a:r>
              <a:t>13 | empresas-contato-09-whatsapp-reserva | Tenho dúvida sobre a minha reserva</a:t>
            </a:r>
          </a:p>
          <a:p>
            <a:r>
              <a:t>14 | empresas-contato-09-whatsapp-reserva-detalhe | Alterar, confirmar ou cancelar</a:t>
            </a:r>
          </a:p>
          <a:p>
            <a:r>
              <a:t>15 | empresas-contato-09-whatsapp-reserva-frase | Olá! Vim pelo site e tenho uma dúvida sobre uma reserva que já fiz.</a:t>
            </a:r>
          </a:p>
          <a:p>
            <a:r>
              <a:t>obs | empresas-contato-09-whatsapp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| empresas-contato-09-whatsapp-outro | Outro assunto</a:t>
            </a:r>
          </a:p>
          <a:p>
            <a:r>
              <a:t>17 | empresas-contato-09-whatsapp-outro-detalhe | Fale direto com a equipe</a:t>
            </a:r>
          </a:p>
          <a:p>
            <a:r>
              <a:t>18 | empresas-contato-09-whatsapp-outro-frase | Olá! Vim pelo site da Locafacil e gostaria de falar com um atendente.</a:t>
            </a:r>
          </a:p>
          <a:p>
            <a:r>
              <a:t>19 | empresas-contato-09-whatsapp-abertura-cotacao | Olá! Vim pelo site e quero uma proposta de frota para a minha empresa.</a:t>
            </a:r>
          </a:p>
          <a:p>
            <a:r>
              <a:t>20 | empresas-contato-09-whatsapp-abertura-contato | Olá! Vim pelo site da Locafacil.</a:t>
            </a:r>
          </a:p>
          <a:p>
            <a:r>
              <a:t>obs | empresas-contato-09-whatsapp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locafacil-nine.vercel.app/doc/copy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895023" cy="566928"/>
          </a:xfrm>
          <a:prstGeom prst="rect">
            <a:avLst/>
          </a:prstGeom>
        </p:spPr>
      </p:pic>
      <p:pic>
        <p:nvPicPr>
          <p:cNvPr id="3" name="fixo:simbol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60" y="1325880"/>
            <a:ext cx="3510075" cy="4206240"/>
          </a:xfrm>
          <a:prstGeom prst="rect">
            <a:avLst/>
          </a:prstGeom>
        </p:spPr>
      </p:pic>
      <p:sp>
        <p:nvSpPr>
          <p:cNvPr id="4" name="fixo:pingo"/>
          <p:cNvSpPr/>
          <p:nvPr/>
        </p:nvSpPr>
        <p:spPr>
          <a:xfrm>
            <a:off x="731520" y="2258568"/>
            <a:ext cx="128016" cy="128016"/>
          </a:xfrm>
          <a:prstGeom prst="rect">
            <a:avLst/>
          </a:prstGeom>
          <a:solidFill>
            <a:srgbClr val="2AE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xo:arquivo"/>
          <p:cNvSpPr txBox="1"/>
          <p:nvPr/>
        </p:nvSpPr>
        <p:spPr>
          <a:xfrm>
            <a:off x="950976" y="213969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B9C3D6"/>
                </a:solidFill>
                <a:latin typeface="Arial"/>
              </a:rPr>
              <a:t>Arquivo 3 de 3</a:t>
            </a:r>
            <a:endParaRPr lang="pt-BR" sz="14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itulo"/>
          <p:cNvSpPr txBox="1"/>
          <p:nvPr/>
        </p:nvSpPr>
        <p:spPr>
          <a:xfrm>
            <a:off x="731520" y="256032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Revisão de textos do site</a:t>
            </a:r>
            <a:endParaRPr lang="pt-BR" sz="4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fixo:deck"/>
          <p:cNvSpPr txBox="1"/>
          <p:nvPr/>
        </p:nvSpPr>
        <p:spPr>
          <a:xfrm>
            <a:off x="731520" y="3383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6DCE8"/>
                </a:solidFill>
                <a:latin typeface="Arial"/>
              </a:rPr>
              <a:t>3 · Empresas, Contato e atendimento</a:t>
            </a:r>
            <a:endParaRPr lang="pt-BR" sz="2600">
              <a:solidFill>
                <a:srgbClr val="D6DCE8"/>
              </a:solidFill>
              <a:latin typeface="Arial"/>
            </a:endParaRPr>
          </a:p>
        </p:txBody>
      </p:sp>
      <p:sp>
        <p:nvSpPr>
          <p:cNvPr id="8" name="fixo:prazo"/>
          <p:cNvSpPr/>
          <p:nvPr/>
        </p:nvSpPr>
        <p:spPr>
          <a:xfrm>
            <a:off x="731520" y="4251960"/>
            <a:ext cx="2659806" cy="475488"/>
          </a:xfrm>
          <a:prstGeom prst="roundRect">
            <a:avLst>
              <a:gd name="adj" fmla="val 50000"/>
            </a:avLst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Até sexta-feira, 02/10</a:t>
            </a:r>
          </a:p>
        </p:txBody>
      </p:sp>
      <p:sp>
        <p:nvSpPr>
          <p:cNvPr id="9" name="fixo:rodape"/>
          <p:cNvSpPr txBox="1"/>
          <p:nvPr/>
        </p:nvSpPr>
        <p:spPr>
          <a:xfrm>
            <a:off x="731520" y="5897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9 partes da página para revisar · leia a próxima lâmina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Como editar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Leva um minuto: leia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mini"/>
          <p:cNvSpPr/>
          <p:nvPr/>
        </p:nvSpPr>
        <p:spPr>
          <a:xfrm>
            <a:off x="365760" y="109728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mini"/>
          <p:cNvSpPr/>
          <p:nvPr/>
        </p:nvSpPr>
        <p:spPr>
          <a:xfrm>
            <a:off x="365760" y="1097280"/>
            <a:ext cx="3108960" cy="1828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mini"/>
          <p:cNvSpPr/>
          <p:nvPr/>
        </p:nvSpPr>
        <p:spPr>
          <a:xfrm>
            <a:off x="457200" y="1371600"/>
            <a:ext cx="1280160" cy="100584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424245"/>
                </a:solidFill>
                <a:latin typeface="Arial"/>
              </a:rPr>
              <a:t>imagem da página</a:t>
            </a:r>
          </a:p>
        </p:txBody>
      </p:sp>
      <p:sp>
        <p:nvSpPr>
          <p:cNvPr id="9" name="fixo:mini"/>
          <p:cNvSpPr txBox="1"/>
          <p:nvPr/>
        </p:nvSpPr>
        <p:spPr>
          <a:xfrm>
            <a:off x="1847088" y="135331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mini"/>
          <p:cNvSpPr txBox="1"/>
          <p:nvPr/>
        </p:nvSpPr>
        <p:spPr>
          <a:xfrm>
            <a:off x="1847088" y="1527048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mini"/>
          <p:cNvSpPr txBox="1"/>
          <p:nvPr/>
        </p:nvSpPr>
        <p:spPr>
          <a:xfrm>
            <a:off x="1847088" y="186537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fixo:mini"/>
          <p:cNvSpPr txBox="1"/>
          <p:nvPr/>
        </p:nvSpPr>
        <p:spPr>
          <a:xfrm>
            <a:off x="1847088" y="2039112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mini"/>
          <p:cNvSpPr txBox="1"/>
          <p:nvPr/>
        </p:nvSpPr>
        <p:spPr>
          <a:xfrm>
            <a:off x="457200" y="2441448"/>
            <a:ext cx="292607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Observações desta parte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4" name="fixo:mini"/>
          <p:cNvSpPr/>
          <p:nvPr/>
        </p:nvSpPr>
        <p:spPr>
          <a:xfrm>
            <a:off x="457200" y="2624328"/>
            <a:ext cx="29260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ixo:texto"/>
          <p:cNvSpPr txBox="1"/>
          <p:nvPr/>
        </p:nvSpPr>
        <p:spPr>
          <a:xfrm>
            <a:off x="3840480" y="1097280"/>
            <a:ext cx="79854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"/>
              </a:rPr>
              <a:t>Cada lâmina mostra uma parte da página</a:t>
            </a:r>
            <a:endParaRPr lang="pt-BR" sz="18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6" name="fixo:texto"/>
          <p:cNvSpPr txBox="1"/>
          <p:nvPr/>
        </p:nvSpPr>
        <p:spPr>
          <a:xfrm>
            <a:off x="3840480" y="1517904"/>
            <a:ext cx="798545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À esquerda, a imagem de como está hoje no site (só para referência). À direita, os textos atuais em </a:t>
            </a:r>
            <a:r>
              <a:rPr sz="1400" b="1" i="0">
                <a:solidFill>
                  <a:srgbClr val="0A1628"/>
                </a:solidFill>
                <a:latin typeface="Arial"/>
              </a:rPr>
              <a:t>caixas brancas numeradas</a:t>
            </a:r>
            <a:r>
              <a:rPr sz="1400" b="0" i="0">
                <a:solidFill>
                  <a:srgbClr val="424245"/>
                </a:solidFill>
                <a:latin typeface="Arial"/>
              </a:rPr>
              <a:t>: é nelas que você mexe.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7" name="fixo:texto"/>
          <p:cNvSpPr txBox="1"/>
          <p:nvPr/>
        </p:nvSpPr>
        <p:spPr>
          <a:xfrm>
            <a:off x="3840480" y="2212848"/>
            <a:ext cx="798545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24245"/>
                </a:solidFill>
                <a:latin typeface="Arial"/>
              </a:rPr>
              <a:t>Trechos entre chaves, como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{data}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 ou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{valor}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, o site preenche sozinho: deixe as chaves como estão.</a:t>
            </a:r>
            <a:endParaRPr lang="pt-BR" sz="13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fixo:cartao"/>
          <p:cNvSpPr/>
          <p:nvPr/>
        </p:nvSpPr>
        <p:spPr>
          <a:xfrm>
            <a:off x="365760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ixo:icone"/>
          <p:cNvSpPr/>
          <p:nvPr/>
        </p:nvSpPr>
        <p:spPr>
          <a:xfrm>
            <a:off x="548640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0" name="fixo:texto"/>
          <p:cNvSpPr txBox="1"/>
          <p:nvPr/>
        </p:nvSpPr>
        <p:spPr>
          <a:xfrm>
            <a:off x="1152144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TROCAR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texto"/>
          <p:cNvSpPr txBox="1"/>
          <p:nvPr/>
        </p:nvSpPr>
        <p:spPr>
          <a:xfrm>
            <a:off x="1152144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Clique na caixa e digite o texto novo por cima.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exemplo"/>
          <p:cNvSpPr txBox="1"/>
          <p:nvPr/>
        </p:nvSpPr>
        <p:spPr>
          <a:xfrm>
            <a:off x="548640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Alugue sem caução em Nova Iguaçu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cartao"/>
          <p:cNvSpPr/>
          <p:nvPr/>
        </p:nvSpPr>
        <p:spPr>
          <a:xfrm>
            <a:off x="4246778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ixo:icone"/>
          <p:cNvSpPr/>
          <p:nvPr/>
        </p:nvSpPr>
        <p:spPr>
          <a:xfrm>
            <a:off x="4429658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5" name="fixo:texto"/>
          <p:cNvSpPr txBox="1"/>
          <p:nvPr/>
        </p:nvSpPr>
        <p:spPr>
          <a:xfrm>
            <a:off x="5033162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texto"/>
          <p:cNvSpPr txBox="1"/>
          <p:nvPr/>
        </p:nvSpPr>
        <p:spPr>
          <a:xfrm>
            <a:off x="5033162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Apague o texto da caixa e escreva TIRAR.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fixo:exemplo"/>
          <p:cNvSpPr txBox="1"/>
          <p:nvPr/>
        </p:nvSpPr>
        <p:spPr>
          <a:xfrm>
            <a:off x="4429658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cartao"/>
          <p:cNvSpPr/>
          <p:nvPr/>
        </p:nvSpPr>
        <p:spPr>
          <a:xfrm>
            <a:off x="8127796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ixo:icone"/>
          <p:cNvSpPr/>
          <p:nvPr/>
        </p:nvSpPr>
        <p:spPr>
          <a:xfrm>
            <a:off x="8310676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fixo:desenho"/>
          <p:cNvCxnSpPr/>
          <p:nvPr/>
        </p:nvCxnSpPr>
        <p:spPr>
          <a:xfrm>
            <a:off x="8438692" y="3493008"/>
            <a:ext cx="82296" cy="82296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ixo:desenho"/>
          <p:cNvCxnSpPr/>
          <p:nvPr/>
        </p:nvCxnSpPr>
        <p:spPr>
          <a:xfrm flipV="1">
            <a:off x="8520988" y="3392424"/>
            <a:ext cx="146304" cy="18288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ixo:texto"/>
          <p:cNvSpPr txBox="1"/>
          <p:nvPr/>
        </p:nvSpPr>
        <p:spPr>
          <a:xfrm>
            <a:off x="8914180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MANTER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3" name="fixo:texto"/>
          <p:cNvSpPr txBox="1"/>
          <p:nvPr/>
        </p:nvSpPr>
        <p:spPr>
          <a:xfrm>
            <a:off x="8914180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Não mexa na caixa. O texto fica como está.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4" name="fixo:exemplo"/>
          <p:cNvSpPr txBox="1"/>
          <p:nvPr/>
        </p:nvSpPr>
        <p:spPr>
          <a:xfrm>
            <a:off x="8310676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Sua Liberdade Sobre Rodas.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5" name="fixo:cartao"/>
          <p:cNvSpPr/>
          <p:nvPr/>
        </p:nvSpPr>
        <p:spPr>
          <a:xfrm>
            <a:off x="365760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ixo:icone"/>
          <p:cNvSpPr/>
          <p:nvPr/>
        </p:nvSpPr>
        <p:spPr>
          <a:xfrm>
            <a:off x="548640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7" name="fixo:texto"/>
          <p:cNvSpPr txBox="1"/>
          <p:nvPr/>
        </p:nvSpPr>
        <p:spPr>
          <a:xfrm>
            <a:off x="1097280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Outros pedidos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8" name="fixo:texto"/>
          <p:cNvSpPr txBox="1"/>
          <p:nvPr/>
        </p:nvSpPr>
        <p:spPr>
          <a:xfrm>
            <a:off x="548640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Use a caixa </a:t>
            </a:r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200" b="0" i="0">
                <a:solidFill>
                  <a:srgbClr val="424245"/>
                </a:solidFill>
                <a:latin typeface="Arial"/>
              </a:rPr>
              <a:t>, no pé de cada lâmina, para mudar a ordem, trocar imagem ou dar uma ideia nova. A última lâmina é um espaço livre.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9" name="fixo:cartao"/>
          <p:cNvSpPr/>
          <p:nvPr/>
        </p:nvSpPr>
        <p:spPr>
          <a:xfrm>
            <a:off x="4246778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ixo:icone"/>
          <p:cNvSpPr/>
          <p:nvPr/>
        </p:nvSpPr>
        <p:spPr>
          <a:xfrm>
            <a:off x="4429658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41" name="fixo:texto"/>
          <p:cNvSpPr txBox="1"/>
          <p:nvPr/>
        </p:nvSpPr>
        <p:spPr>
          <a:xfrm>
            <a:off x="4978298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Importante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2" name="fixo:texto"/>
          <p:cNvSpPr txBox="1"/>
          <p:nvPr/>
        </p:nvSpPr>
        <p:spPr>
          <a:xfrm>
            <a:off x="4429658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Não apague nem mova as caixas numeradas</a:t>
            </a:r>
            <a:r>
              <a:rPr sz="1200" b="0" i="0">
                <a:solidFill>
                  <a:srgbClr val="424245"/>
                </a:solidFill>
                <a:latin typeface="Arial"/>
              </a:rPr>
              <a:t>: é por elas que sabemos qual texto você mudou.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43" name="fixo:cartao"/>
          <p:cNvSpPr/>
          <p:nvPr/>
        </p:nvSpPr>
        <p:spPr>
          <a:xfrm>
            <a:off x="8127796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ixo:icone"/>
          <p:cNvSpPr/>
          <p:nvPr/>
        </p:nvSpPr>
        <p:spPr>
          <a:xfrm>
            <a:off x="8310676" y="4956048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45" name="fixo:texto"/>
          <p:cNvSpPr txBox="1"/>
          <p:nvPr/>
        </p:nvSpPr>
        <p:spPr>
          <a:xfrm>
            <a:off x="8859316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Onde abrir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6" name="fixo:texto"/>
          <p:cNvSpPr txBox="1"/>
          <p:nvPr/>
        </p:nvSpPr>
        <p:spPr>
          <a:xfrm>
            <a:off x="8310676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PowerPoint: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abra e edite.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Canva: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Criar design → Importar arquivo → este .pptx. No fim: Compartilhar → Baixar → PPTX.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Navegador: </a:t>
            </a:r>
            <a:r>
              <a:rPr sz="1200" b="0" i="0">
                <a:solidFill>
                  <a:srgbClr val="0628DA"/>
                </a:solidFill>
                <a:latin typeface="Arial"/>
                <a:hlinkClick r:id="rId3"/>
              </a:rPr>
              <a:t>locafacil-nine.vercel.app/doc/copy</a:t>
            </a:r>
            <a:r>
              <a:rPr sz="1200" b="0" i="0">
                <a:solidFill>
                  <a:srgbClr val="424245"/>
                </a:solidFill>
                <a:latin typeface="Arial"/>
              </a:rPr>
              <a:t> (salva sozinho)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9 · Para Empresas: topo da página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0773"/>
            <a:ext cx="4846320" cy="2073532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1-empresas-topo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 Business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1-empresas-topo-subtitulo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Eficiência em movimento: soluções completas em terceirização de frota.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1-empresas-topo-botao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Solicitar Proposta Comercial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3493008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comercial, (21) 99329-7697, ao tocar em 'Solicitar Proposta Comercial'.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1-empresas-topo-whatsapp"/>
          <p:cNvSpPr txBox="1"/>
          <p:nvPr/>
        </p:nvSpPr>
        <p:spPr>
          <a:xfrm>
            <a:off x="5806440" y="38343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Quero saber sobre frota para empresas.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empresas-contato-01-empresas-top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9 · Para Empresas: crescer sem dor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65393"/>
            <a:ext cx="4846320" cy="182429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2-empresas-crescer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Crescer dói, mas não precisa ser assim.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2-empresas-crescer-texto"/>
          <p:cNvSpPr txBox="1"/>
          <p:nvPr/>
        </p:nvSpPr>
        <p:spPr>
          <a:xfrm>
            <a:off x="5806440" y="2054352"/>
            <a:ext cx="6019495" cy="110032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Com a Locafacil Business você pode expandir sua operação sem precisar se preocupar com custos de aquisição, gestão da frota e manutenção dos veículos. Oferecemos soluções completas em terceirização de frotas para você focar no que realmente importa — o crescimento da sua empresa.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27355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Desce até o formulário de cotação.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2-empresas-crescer-botao"/>
          <p:cNvSpPr txBox="1"/>
          <p:nvPr/>
        </p:nvSpPr>
        <p:spPr>
          <a:xfrm>
            <a:off x="5806440" y="346252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Solicitar Cotação Agora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obs:empresas-contato-02-empresas-crescer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9 · Para Empresas: 4 motivos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1 a 5 de 9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3249"/>
            <a:ext cx="4846320" cy="34685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3-empresas-motivos-titul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4 motivos para contratar hoje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3-empresas-motivos-custos-titulo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Custos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3-empresas-motivos-custos-texto"/>
          <p:cNvSpPr txBox="1"/>
          <p:nvPr/>
        </p:nvSpPr>
        <p:spPr>
          <a:xfrm>
            <a:off x="5806440" y="2054352"/>
            <a:ext cx="6019495" cy="110032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Com a terceirização de frota da Locafacil você reduz custos e elimina gastos inesperados com manutenções e substituição de veículos. Na prática é a sua empresa operando forte, com custo fixo mensal e sem surpresas desagradáveis.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327355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3-empresas-motivos-agilidade-titulo"/>
          <p:cNvSpPr txBox="1"/>
          <p:nvPr/>
        </p:nvSpPr>
        <p:spPr>
          <a:xfrm>
            <a:off x="5806440" y="346252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Agilidade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408736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3-empresas-motivos-agilidade-texto"/>
          <p:cNvSpPr txBox="1"/>
          <p:nvPr/>
        </p:nvSpPr>
        <p:spPr>
          <a:xfrm>
            <a:off x="5806440" y="4276344"/>
            <a:ext cx="6019495" cy="90220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Locafacil Business garante o processo de contratação mais ágil do mercado. Sem sua empresa pagar caução, com atendimento humanizado e planos 100% personalizados de acordo com sua necessidade.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empresas-contato-03-empresas-motiv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9 · Para Empresas: 4 motivos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6 a 9 de 9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3249"/>
            <a:ext cx="4846320" cy="34685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3-empresas-motivos-foco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Foco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3-empresas-motivos-foco-texto"/>
          <p:cNvSpPr txBox="1"/>
          <p:nvPr/>
        </p:nvSpPr>
        <p:spPr>
          <a:xfrm>
            <a:off x="5806440" y="2054352"/>
            <a:ext cx="6019495" cy="90220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Você, empresário, sabe bem que tempo + foco = resultado! Terceirizando sua frota com a Locafacil Business você ganha tempo para pensar no que realmente importa — o crescimento da sua empresa.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5806440" y="307543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3-empresas-motivos-planejamento-titulo"/>
          <p:cNvSpPr txBox="1"/>
          <p:nvPr/>
        </p:nvSpPr>
        <p:spPr>
          <a:xfrm>
            <a:off x="5806440" y="326440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Planejamento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5806440" y="388924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3-empresas-motivos-planejamento-texto"/>
          <p:cNvSpPr txBox="1"/>
          <p:nvPr/>
        </p:nvSpPr>
        <p:spPr>
          <a:xfrm>
            <a:off x="5806440" y="4078224"/>
            <a:ext cx="6019495" cy="110032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Transformar despesas variáveis em custos fixos auxiliará todo o seu processo de gestão financeira e planejamento operacional. Além disso, você conta com a nossa flexibilidade de poder aumentar a frota sempre que quiser.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empresas-contato-03-empresas-motiv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9 · Para Empresas: pedido de cotação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1 a 4 de 23   ·   lâmina 1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8448"/>
            <a:ext cx="4846320" cy="309818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Os campos são provisórios (reunião de 29/09/2026). As respostas viram uma mensagem no WhatsApp comercial, uma linha por campo, no formato "Nome: …".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4-empresas-cotacao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Peça sua cotação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4-empresas-cotacao-texto"/>
          <p:cNvSpPr txBox="1"/>
          <p:nvPr/>
        </p:nvSpPr>
        <p:spPr>
          <a:xfrm>
            <a:off x="5806440" y="22067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Conte o tamanho da operação e a equipe comercial responde com uma proposta sob medida.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029711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4-empresas-cotacao-nome"/>
          <p:cNvSpPr txBox="1"/>
          <p:nvPr/>
        </p:nvSpPr>
        <p:spPr>
          <a:xfrm>
            <a:off x="5806440" y="32186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Nome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3029711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4-empresas-cotacao-empresa"/>
          <p:cNvSpPr txBox="1"/>
          <p:nvPr/>
        </p:nvSpPr>
        <p:spPr>
          <a:xfrm>
            <a:off x="8907627" y="32186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Empresa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empresas-contato-04-empresas-cot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9 · Para Empresas: pedido de cotação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5 a 10 de 23   ·   lâmina 2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8448"/>
            <a:ext cx="4846320" cy="309818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5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4-empresas-cotacao-telefone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Telefone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6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Exemplo que aparece dentro do campo vazio.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4-empresas-cotacao-telefone-exemplo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(21) 99999-9999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7"/>
          <p:cNvSpPr txBox="1"/>
          <p:nvPr/>
        </p:nvSpPr>
        <p:spPr>
          <a:xfrm>
            <a:off x="5806440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4-empresas-cotacao-cnpj"/>
          <p:cNvSpPr txBox="1"/>
          <p:nvPr/>
        </p:nvSpPr>
        <p:spPr>
          <a:xfrm>
            <a:off x="5806440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CNPJ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8"/>
          <p:cNvSpPr txBox="1"/>
          <p:nvPr/>
        </p:nvSpPr>
        <p:spPr>
          <a:xfrm>
            <a:off x="8907627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depois do nome dos campos que não são obrigatórios.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4-empresas-cotacao-opcional"/>
          <p:cNvSpPr txBox="1"/>
          <p:nvPr/>
        </p:nvSpPr>
        <p:spPr>
          <a:xfrm>
            <a:off x="8907627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(opcional)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9"/>
          <p:cNvSpPr txBox="1"/>
          <p:nvPr/>
        </p:nvSpPr>
        <p:spPr>
          <a:xfrm>
            <a:off x="5806440" y="29839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4-empresas-cotacao-quantidade"/>
          <p:cNvSpPr txBox="1"/>
          <p:nvPr/>
        </p:nvSpPr>
        <p:spPr>
          <a:xfrm>
            <a:off x="5806440" y="31729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Quantos veículos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0"/>
          <p:cNvSpPr txBox="1"/>
          <p:nvPr/>
        </p:nvSpPr>
        <p:spPr>
          <a:xfrm>
            <a:off x="5806440" y="37978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Primeira linha das listas de escolha. O mesmo texto aparece no formulário do Contato.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empresas-contato-04-empresas-cotacao-selecione"/>
          <p:cNvSpPr txBox="1"/>
          <p:nvPr/>
        </p:nvSpPr>
        <p:spPr>
          <a:xfrm>
            <a:off x="5806440" y="39867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Selecione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empresas-contato-04-empresas-cot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9 · Para Empresas: pedido de cotação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11 a 18 de 23   ·   lâmina 3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8448"/>
            <a:ext cx="4846320" cy="309818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1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4-empresas-cotacao-quantidade-1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1 a 5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2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4-empresas-cotacao-quantidade-2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6 a 10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3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4-empresas-cotacao-quantidade-3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11 a 30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4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4-empresas-cotacao-quantidade-4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Mais de 30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5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4-empresas-cotacao-prazo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Por quanto tempo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6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empresas-contato-04-empresas-cotacao-prazo-1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Até 3 meses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7"/>
          <p:cNvSpPr txBox="1"/>
          <p:nvPr/>
        </p:nvSpPr>
        <p:spPr>
          <a:xfrm>
            <a:off x="5806440" y="34930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empresas-contato-04-empresas-cotacao-prazo-2"/>
          <p:cNvSpPr txBox="1"/>
          <p:nvPr/>
        </p:nvSpPr>
        <p:spPr>
          <a:xfrm>
            <a:off x="5806440" y="36819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 3 a 12 meses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18"/>
          <p:cNvSpPr txBox="1"/>
          <p:nvPr/>
        </p:nvSpPr>
        <p:spPr>
          <a:xfrm>
            <a:off x="8907627" y="34930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empresas-contato-04-empresas-cotacao-prazo-3"/>
          <p:cNvSpPr txBox="1"/>
          <p:nvPr/>
        </p:nvSpPr>
        <p:spPr>
          <a:xfrm>
            <a:off x="8907627" y="36819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Mais de 12 meses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empresas-contato-04-empresas-cot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9 · Para Empresas: pedido de cotação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/para-empresas   ·   textos 19 a 23 de 23   ·   lâmina 4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8448"/>
            <a:ext cx="4846320" cy="309818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9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4-empresas-cotacao-prazo-4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Ainda não sei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0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4-empresas-cotacao-mensagem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Conte mais sobre a operação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21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4-empresas-cotacao-mensagem-exemplo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Tipo de veículo, cidade, quando precisa começar…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2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o WhatsApp comercial com as respostas já escritas.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4-empresas-cotacao-botao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Enviar pedido de cotação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23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4-empresas-cotacao-nota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As respostas abrem prontas no seu WhatsApp. É só apertar enviar.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empresas-contato-04-empresas-cot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9 · Contato: topo da página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2489"/>
            <a:ext cx="4846320" cy="2970101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5-contato-topo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Estamos aqui por você.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5-contato-topo-subtitulo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Conheça a equipe por trás da Locafacil e entre em contato conosco.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obs:empresas-contato-05-contato-top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9 · Contato: equipe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1 a 3 de 5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6178"/>
            <a:ext cx="4846320" cy="254272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6-contato-equipe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Pessoas que fazem acontecer.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6-contato-equipe-subtitulo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Nossa equipe é formada por especialistas apaixonados por mobilidade. Mais do que alugar carros, trabalhamos para oferecer a melhor experiência.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6-contato-equipe-bloco-titulo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Um atendimento humano e próximo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obs:empresas-contato-06-contato-equip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9 · Contato: equipe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4 a 5 de 5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6178"/>
            <a:ext cx="4846320" cy="254272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4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6-contato-equipe-bloco-texto"/>
          <p:cNvSpPr txBox="1"/>
          <p:nvPr/>
        </p:nvSpPr>
        <p:spPr>
          <a:xfrm>
            <a:off x="5806440" y="1240536"/>
            <a:ext cx="6019495" cy="110032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Acreditamos que a tecnologia deve facilitar processos, mas o atendimento precisa ser humano. Nossa equipe de especialistas está sempre pronta para entender a sua necessidade e encontrar o plano ideal para você ou para a sua empresa.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5"/>
          <p:cNvSpPr txBox="1"/>
          <p:nvPr/>
        </p:nvSpPr>
        <p:spPr>
          <a:xfrm>
            <a:off x="5806440" y="245973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6-contato-equipe-bloco-texto-2"/>
          <p:cNvSpPr txBox="1"/>
          <p:nvPr/>
        </p:nvSpPr>
        <p:spPr>
          <a:xfrm>
            <a:off x="5806440" y="2648711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Sem robôs, sem burocracia desnecessária. Fale diretamente com quem pode resolver o seu problema.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obs:empresas-contato-06-contato-equip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9 · Contato: informações e formulário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1 a 8 de 13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4621"/>
            <a:ext cx="4846320" cy="2785836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7-contato-formulario-info-titul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Informações de contato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7-contato-formulario-telefone-rotulo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Telefone / WhatsApp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7-contato-formulario-telefone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(21) 96854-0185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7-contato-formulario-telefone-empresas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(21) 99329-7697 (Empresas)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7-contato-formulario-email-rotulo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E-mail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empresas-contato-07-contato-formulario-email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reservas@locafacilaluguel.com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7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empresas-contato-07-contato-formulario-form-titulo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Fale com a gente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8"/>
          <p:cNvSpPr txBox="1"/>
          <p:nvPr/>
        </p:nvSpPr>
        <p:spPr>
          <a:xfrm>
            <a:off x="5806440" y="430682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empresas-contato-07-contato-formulario-form-texto"/>
          <p:cNvSpPr txBox="1"/>
          <p:nvPr/>
        </p:nvSpPr>
        <p:spPr>
          <a:xfrm>
            <a:off x="5806440" y="449580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Conte o que precisa e a mensagem chega pronta no WhatsApp da loja.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empresas-contato-07-contato-formulari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9 · Contato: informações e formulário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9 a 13 de 13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4621"/>
            <a:ext cx="4846320" cy="2785836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9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7-contato-formulario-nome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Nome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0"/>
          <p:cNvSpPr txBox="1"/>
          <p:nvPr/>
        </p:nvSpPr>
        <p:spPr>
          <a:xfrm>
            <a:off x="5806440" y="1865376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 opções desta lista são os seis assuntos do botão de WhatsApp (lâmina 'Mensagens prontas do WhatsApp'); a primeira linha é 'Selecione', revisado no formulário de cotação.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empresas-contato-07-contato-formulario-assunto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Assunto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1"/>
          <p:cNvSpPr txBox="1"/>
          <p:nvPr/>
        </p:nvSpPr>
        <p:spPr>
          <a:xfrm>
            <a:off x="5806440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empresas-contato-07-contato-formulario-mensagem"/>
          <p:cNvSpPr txBox="1"/>
          <p:nvPr/>
        </p:nvSpPr>
        <p:spPr>
          <a:xfrm>
            <a:off x="5806440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Mensagem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2"/>
          <p:cNvSpPr txBox="1"/>
          <p:nvPr/>
        </p:nvSpPr>
        <p:spPr>
          <a:xfrm>
            <a:off x="8907627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o WhatsApp da loja com as respostas já escritas.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empresas-contato-07-contato-formulario-botao"/>
          <p:cNvSpPr txBox="1"/>
          <p:nvPr/>
        </p:nvSpPr>
        <p:spPr>
          <a:xfrm>
            <a:off x="8907627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Enviar pelo WhatsApp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3"/>
          <p:cNvSpPr txBox="1"/>
          <p:nvPr/>
        </p:nvSpPr>
        <p:spPr>
          <a:xfrm>
            <a:off x="5806440" y="37978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empresas-contato-07-contato-formulario-nota"/>
          <p:cNvSpPr txBox="1"/>
          <p:nvPr/>
        </p:nvSpPr>
        <p:spPr>
          <a:xfrm>
            <a:off x="5806440" y="39867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As respostas abrem prontas no seu WhatsApp. É só apertar enviar.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empresas-contato-07-contato-formulari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9 · Contato: mapa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9545"/>
            <a:ext cx="4846320" cy="2195988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Embaixo, mapa do Google em Nova Iguaçu.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empresas-contato-08-contato-mapa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Nossa localização central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obs:empresas-contato-08-contato-mapa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9 de 9 · Mensagens prontas do WhatsApp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1 a 4 de 20   ·   lâmina 1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desenho"/>
          <p:cNvSpPr/>
          <p:nvPr/>
        </p:nvSpPr>
        <p:spPr>
          <a:xfrm>
            <a:off x="594360" y="1234439"/>
            <a:ext cx="4663440" cy="3886200"/>
          </a:xfrm>
          <a:prstGeom prst="rect">
            <a:avLst/>
          </a:prstGeom>
          <a:solidFill>
            <a:srgbClr val="EFEAE2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desenho"/>
          <p:cNvSpPr/>
          <p:nvPr/>
        </p:nvSpPr>
        <p:spPr>
          <a:xfrm>
            <a:off x="594360" y="1234439"/>
            <a:ext cx="4663440" cy="502920"/>
          </a:xfrm>
          <a:prstGeom prst="rect">
            <a:avLst/>
          </a:prstGeom>
          <a:solidFill>
            <a:srgbClr val="008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xo:desenho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ixo:desenh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3" y="1385316"/>
            <a:ext cx="167873" cy="201168"/>
          </a:xfrm>
          <a:prstGeom prst="rect">
            <a:avLst/>
          </a:prstGeom>
        </p:spPr>
      </p:pic>
      <p:sp>
        <p:nvSpPr>
          <p:cNvPr id="11" name="fixo:desenho"/>
          <p:cNvSpPr txBox="1"/>
          <p:nvPr/>
        </p:nvSpPr>
        <p:spPr>
          <a:xfrm>
            <a:off x="1143000" y="128930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Locafacil</a:t>
            </a:r>
            <a:endParaRPr lang="pt-BR" sz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ixo:desenho"/>
          <p:cNvSpPr txBox="1"/>
          <p:nvPr/>
        </p:nvSpPr>
        <p:spPr>
          <a:xfrm>
            <a:off x="1143000" y="14996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D9F2EC"/>
                </a:solidFill>
                <a:latin typeface="Arial"/>
              </a:rPr>
              <a:t>WhatsApp da loja</a:t>
            </a:r>
            <a:endParaRPr lang="pt-BR" sz="1000">
              <a:solidFill>
                <a:srgbClr val="D9F2EC"/>
              </a:solidFill>
              <a:latin typeface="Arial"/>
            </a:endParaRPr>
          </a:p>
        </p:txBody>
      </p:sp>
      <p:sp>
        <p:nvSpPr>
          <p:cNvPr id="13" name="fixo:desenho"/>
          <p:cNvSpPr/>
          <p:nvPr/>
        </p:nvSpPr>
        <p:spPr>
          <a:xfrm>
            <a:off x="1234440" y="192023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xo:desenho"/>
          <p:cNvSpPr txBox="1"/>
          <p:nvPr/>
        </p:nvSpPr>
        <p:spPr>
          <a:xfrm>
            <a:off x="1252728" y="194767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e quero alugar um carro. Pode me passar os valores e a disponibilidade?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5" name="fixo:desenho"/>
          <p:cNvSpPr txBox="1"/>
          <p:nvPr/>
        </p:nvSpPr>
        <p:spPr>
          <a:xfrm>
            <a:off x="4251959" y="235915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16" name="fixo:selo"/>
          <p:cNvSpPr/>
          <p:nvPr/>
        </p:nvSpPr>
        <p:spPr>
          <a:xfrm>
            <a:off x="905256" y="197510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Representação (não é captura): a frase já chega escrita no WhatsApp da loja.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fixo:rotulo:1"/>
          <p:cNvSpPr txBox="1"/>
          <p:nvPr/>
        </p:nvSpPr>
        <p:spPr>
          <a:xfrm>
            <a:off x="5806440" y="1051560"/>
            <a:ext cx="601949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1 de 6. Os assuntos aparecem no botão flutuante de WhatsApp (todas as páginas, menos a documentação) e na lista 'Assunto' do formulário do Contato. O nome do assunto é curto para caber no botão; a frase é o que chega à loja.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9" name="copy:empresas-contato-09-whatsapp-alugar"/>
          <p:cNvSpPr txBox="1"/>
          <p:nvPr/>
        </p:nvSpPr>
        <p:spPr>
          <a:xfrm>
            <a:off x="5806440" y="15453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Quero alugar um carro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0" name="fixo:rotulo:2"/>
          <p:cNvSpPr txBox="1"/>
          <p:nvPr/>
        </p:nvSpPr>
        <p:spPr>
          <a:xfrm>
            <a:off x="5806440" y="217017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1" name="copy:empresas-contato-09-whatsapp-alugar-detalhe"/>
          <p:cNvSpPr txBox="1"/>
          <p:nvPr/>
        </p:nvSpPr>
        <p:spPr>
          <a:xfrm>
            <a:off x="5806440" y="2359151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Diárias, grupos disponíveis e como retirar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2" name="fixo:rotulo:3"/>
          <p:cNvSpPr txBox="1"/>
          <p:nvPr/>
        </p:nvSpPr>
        <p:spPr>
          <a:xfrm>
            <a:off x="5806440" y="29839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3" name="copy:empresas-contato-09-whatsapp-alugar-frase"/>
          <p:cNvSpPr txBox="1"/>
          <p:nvPr/>
        </p:nvSpPr>
        <p:spPr>
          <a:xfrm>
            <a:off x="5806440" y="3172968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quero alugar um carro. Pode me passar os valores e a disponibilidade?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4" name="fixo:rotulo:4"/>
          <p:cNvSpPr txBox="1"/>
          <p:nvPr/>
        </p:nvSpPr>
        <p:spPr>
          <a:xfrm>
            <a:off x="5806440" y="39959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2 de 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5" name="copy:empresas-contato-09-whatsapp-assinar"/>
          <p:cNvSpPr txBox="1"/>
          <p:nvPr/>
        </p:nvSpPr>
        <p:spPr>
          <a:xfrm>
            <a:off x="5806440" y="418490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Quero assinar um carro por mês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obs:empresas-contato-09-whatsapp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9 de 9 · Mensagens prontas do WhatsApp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5 a 9 de 20   ·   lâmina 2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desenho"/>
          <p:cNvSpPr/>
          <p:nvPr/>
        </p:nvSpPr>
        <p:spPr>
          <a:xfrm>
            <a:off x="594360" y="1234439"/>
            <a:ext cx="4663440" cy="3886200"/>
          </a:xfrm>
          <a:prstGeom prst="rect">
            <a:avLst/>
          </a:prstGeom>
          <a:solidFill>
            <a:srgbClr val="EFEAE2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desenho"/>
          <p:cNvSpPr/>
          <p:nvPr/>
        </p:nvSpPr>
        <p:spPr>
          <a:xfrm>
            <a:off x="594360" y="1234439"/>
            <a:ext cx="4663440" cy="502920"/>
          </a:xfrm>
          <a:prstGeom prst="rect">
            <a:avLst/>
          </a:prstGeom>
          <a:solidFill>
            <a:srgbClr val="008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xo:desenho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ixo:desenh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3" y="1385316"/>
            <a:ext cx="167873" cy="201168"/>
          </a:xfrm>
          <a:prstGeom prst="rect">
            <a:avLst/>
          </a:prstGeom>
        </p:spPr>
      </p:pic>
      <p:sp>
        <p:nvSpPr>
          <p:cNvPr id="11" name="fixo:desenho"/>
          <p:cNvSpPr txBox="1"/>
          <p:nvPr/>
        </p:nvSpPr>
        <p:spPr>
          <a:xfrm>
            <a:off x="1143000" y="128930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Locafacil</a:t>
            </a:r>
            <a:endParaRPr lang="pt-BR" sz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ixo:desenho"/>
          <p:cNvSpPr txBox="1"/>
          <p:nvPr/>
        </p:nvSpPr>
        <p:spPr>
          <a:xfrm>
            <a:off x="1143000" y="14996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D9F2EC"/>
                </a:solidFill>
                <a:latin typeface="Arial"/>
              </a:rPr>
              <a:t>WhatsApp da loja</a:t>
            </a:r>
            <a:endParaRPr lang="pt-BR" sz="1000">
              <a:solidFill>
                <a:srgbClr val="D9F2EC"/>
              </a:solidFill>
              <a:latin typeface="Arial"/>
            </a:endParaRPr>
          </a:p>
        </p:txBody>
      </p:sp>
      <p:sp>
        <p:nvSpPr>
          <p:cNvPr id="13" name="fixo:desenho"/>
          <p:cNvSpPr/>
          <p:nvPr/>
        </p:nvSpPr>
        <p:spPr>
          <a:xfrm>
            <a:off x="1234440" y="192023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xo:desenho"/>
          <p:cNvSpPr txBox="1"/>
          <p:nvPr/>
        </p:nvSpPr>
        <p:spPr>
          <a:xfrm>
            <a:off x="1252728" y="194767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e tenho interesse na assinatura mensal. Como funciona e quais são os planos?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5" name="fixo:desenho"/>
          <p:cNvSpPr txBox="1"/>
          <p:nvPr/>
        </p:nvSpPr>
        <p:spPr>
          <a:xfrm>
            <a:off x="4251959" y="235915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16" name="fixo:selo"/>
          <p:cNvSpPr/>
          <p:nvPr/>
        </p:nvSpPr>
        <p:spPr>
          <a:xfrm>
            <a:off x="905256" y="197510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fixo:desenho"/>
          <p:cNvSpPr/>
          <p:nvPr/>
        </p:nvSpPr>
        <p:spPr>
          <a:xfrm>
            <a:off x="1234440" y="2743199"/>
            <a:ext cx="3840479" cy="841247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xo:desenho"/>
          <p:cNvSpPr txBox="1"/>
          <p:nvPr/>
        </p:nvSpPr>
        <p:spPr>
          <a:xfrm>
            <a:off x="1252728" y="2770631"/>
            <a:ext cx="3803903" cy="6400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e preciso de veículos para a minha empresa. Gostaria de receber uma proposta comercial.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9" name="fixo:desenho"/>
          <p:cNvSpPr txBox="1"/>
          <p:nvPr/>
        </p:nvSpPr>
        <p:spPr>
          <a:xfrm>
            <a:off x="4251959" y="336499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20" name="fixo:selo"/>
          <p:cNvSpPr/>
          <p:nvPr/>
        </p:nvSpPr>
        <p:spPr>
          <a:xfrm>
            <a:off x="905256" y="279806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Representação (não é captura): a frase já chega escrita no WhatsApp da loja.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rotulo:5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3" name="copy:empresas-contato-09-whatsapp-assinar-detalhe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 Express, sem IPVA nem manutenção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4" name="fixo:rotulo:6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5" name="copy:empresas-contato-09-whatsapp-assinar-frase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tenho interesse na assinatura mensal. Como funciona e quais são os planos?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rotulo:7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3 de 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copy:empresas-contato-09-whatsapp-empresa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Preciso de carro para minha empresa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rotulo:8"/>
          <p:cNvSpPr txBox="1"/>
          <p:nvPr/>
        </p:nvSpPr>
        <p:spPr>
          <a:xfrm>
            <a:off x="5806440" y="36911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9" name="copy:empresas-contato-09-whatsapp-empresa-detalhe"/>
          <p:cNvSpPr txBox="1"/>
          <p:nvPr/>
        </p:nvSpPr>
        <p:spPr>
          <a:xfrm>
            <a:off x="5806440" y="388010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Frota, contrato e proposta comercial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0" name="fixo:rotulo:9"/>
          <p:cNvSpPr txBox="1"/>
          <p:nvPr/>
        </p:nvSpPr>
        <p:spPr>
          <a:xfrm>
            <a:off x="5806440" y="4504943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1" name="copy:empresas-contato-09-whatsapp-empresa-frase"/>
          <p:cNvSpPr txBox="1"/>
          <p:nvPr/>
        </p:nvSpPr>
        <p:spPr>
          <a:xfrm>
            <a:off x="5806440" y="4693920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preciso de veículos para a minha empresa. Gostaria de receber uma proposta comercial.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2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3" name="obs:empresas-contato-09-whatsapp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9 de 9 · Mensagens prontas do WhatsApp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10 a 15 de 20   ·   lâmina 3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desenho"/>
          <p:cNvSpPr/>
          <p:nvPr/>
        </p:nvSpPr>
        <p:spPr>
          <a:xfrm>
            <a:off x="594360" y="1234439"/>
            <a:ext cx="4663440" cy="3886200"/>
          </a:xfrm>
          <a:prstGeom prst="rect">
            <a:avLst/>
          </a:prstGeom>
          <a:solidFill>
            <a:srgbClr val="EFEAE2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desenho"/>
          <p:cNvSpPr/>
          <p:nvPr/>
        </p:nvSpPr>
        <p:spPr>
          <a:xfrm>
            <a:off x="594360" y="1234439"/>
            <a:ext cx="4663440" cy="502920"/>
          </a:xfrm>
          <a:prstGeom prst="rect">
            <a:avLst/>
          </a:prstGeom>
          <a:solidFill>
            <a:srgbClr val="008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xo:desenho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ixo:desenh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3" y="1385316"/>
            <a:ext cx="167873" cy="201168"/>
          </a:xfrm>
          <a:prstGeom prst="rect">
            <a:avLst/>
          </a:prstGeom>
        </p:spPr>
      </p:pic>
      <p:sp>
        <p:nvSpPr>
          <p:cNvPr id="11" name="fixo:desenho"/>
          <p:cNvSpPr txBox="1"/>
          <p:nvPr/>
        </p:nvSpPr>
        <p:spPr>
          <a:xfrm>
            <a:off x="1143000" y="128930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Locafacil</a:t>
            </a:r>
            <a:endParaRPr lang="pt-BR" sz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ixo:desenho"/>
          <p:cNvSpPr txBox="1"/>
          <p:nvPr/>
        </p:nvSpPr>
        <p:spPr>
          <a:xfrm>
            <a:off x="1143000" y="14996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D9F2EC"/>
                </a:solidFill>
                <a:latin typeface="Arial"/>
              </a:rPr>
              <a:t>WhatsApp da loja</a:t>
            </a:r>
            <a:endParaRPr lang="pt-BR" sz="1000">
              <a:solidFill>
                <a:srgbClr val="D9F2EC"/>
              </a:solidFill>
              <a:latin typeface="Arial"/>
            </a:endParaRPr>
          </a:p>
        </p:txBody>
      </p:sp>
      <p:sp>
        <p:nvSpPr>
          <p:cNvPr id="13" name="fixo:desenho"/>
          <p:cNvSpPr/>
          <p:nvPr/>
        </p:nvSpPr>
        <p:spPr>
          <a:xfrm>
            <a:off x="1234440" y="192023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xo:desenho"/>
          <p:cNvSpPr txBox="1"/>
          <p:nvPr/>
        </p:nvSpPr>
        <p:spPr>
          <a:xfrm>
            <a:off x="1252728" y="194767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site. Quais documentos e requisitos eu preciso para retirar um veículo?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5" name="fixo:desenho"/>
          <p:cNvSpPr txBox="1"/>
          <p:nvPr/>
        </p:nvSpPr>
        <p:spPr>
          <a:xfrm>
            <a:off x="4251959" y="235915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16" name="fixo:selo"/>
          <p:cNvSpPr/>
          <p:nvPr/>
        </p:nvSpPr>
        <p:spPr>
          <a:xfrm>
            <a:off x="905256" y="197510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7" name="fixo:desenho"/>
          <p:cNvSpPr/>
          <p:nvPr/>
        </p:nvSpPr>
        <p:spPr>
          <a:xfrm>
            <a:off x="1234440" y="274319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xo:desenho"/>
          <p:cNvSpPr txBox="1"/>
          <p:nvPr/>
        </p:nvSpPr>
        <p:spPr>
          <a:xfrm>
            <a:off x="1252728" y="277063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e tenho uma dúvida sobre uma reserva que já fiz.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9" name="fixo:desenho"/>
          <p:cNvSpPr txBox="1"/>
          <p:nvPr/>
        </p:nvSpPr>
        <p:spPr>
          <a:xfrm>
            <a:off x="4251959" y="318211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20" name="fixo:selo"/>
          <p:cNvSpPr/>
          <p:nvPr/>
        </p:nvSpPr>
        <p:spPr>
          <a:xfrm>
            <a:off x="905256" y="279806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1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Representação (não é captura): a frase já chega escrita no WhatsApp da loja.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rotulo:10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4 de 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3" name="copy:empresas-contato-09-whatsapp-documentos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Quais documentos eu preciso levar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4" name="fixo:rotulo:11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5" name="copy:empresas-contato-09-whatsapp-documentos-detalhe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Requisitos para retirar o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rotulo:1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copy:empresas-contato-09-whatsapp-documentos-frase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site. Quais documentos e requisitos eu preciso para retirar um veículo?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rotulo:13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5 de 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9" name="copy:empresas-contato-09-whatsapp-reserva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Tenho dúvida sobre a minha 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0" name="fixo:rotulo:14"/>
          <p:cNvSpPr txBox="1"/>
          <p:nvPr/>
        </p:nvSpPr>
        <p:spPr>
          <a:xfrm>
            <a:off x="5806440" y="36911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1" name="copy:empresas-contato-09-whatsapp-reserva-detalhe"/>
          <p:cNvSpPr txBox="1"/>
          <p:nvPr/>
        </p:nvSpPr>
        <p:spPr>
          <a:xfrm>
            <a:off x="5806440" y="388010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Alterar, confirmar ou cancelar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2" name="fixo:rotulo:15"/>
          <p:cNvSpPr txBox="1"/>
          <p:nvPr/>
        </p:nvSpPr>
        <p:spPr>
          <a:xfrm>
            <a:off x="5806440" y="4504943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3" name="copy:empresas-contato-09-whatsapp-reserva-frase"/>
          <p:cNvSpPr txBox="1"/>
          <p:nvPr/>
        </p:nvSpPr>
        <p:spPr>
          <a:xfrm>
            <a:off x="5806440" y="469392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tenho uma dúvida sobre uma reserva que já fiz.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4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5" name="obs:empresas-contato-09-whatsapp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9 de 9 · Mensagens prontas do WhatsApp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/contato   ·   textos 16 a 20 de 20   ·   lâmina 4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desenho"/>
          <p:cNvSpPr/>
          <p:nvPr/>
        </p:nvSpPr>
        <p:spPr>
          <a:xfrm>
            <a:off x="594360" y="1234439"/>
            <a:ext cx="4663440" cy="3886200"/>
          </a:xfrm>
          <a:prstGeom prst="rect">
            <a:avLst/>
          </a:prstGeom>
          <a:solidFill>
            <a:srgbClr val="EFEAE2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desenho"/>
          <p:cNvSpPr/>
          <p:nvPr/>
        </p:nvSpPr>
        <p:spPr>
          <a:xfrm>
            <a:off x="594360" y="1234439"/>
            <a:ext cx="4663440" cy="502920"/>
          </a:xfrm>
          <a:prstGeom prst="rect">
            <a:avLst/>
          </a:prstGeom>
          <a:solidFill>
            <a:srgbClr val="008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xo:desenho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ixo:desenh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3" y="1385316"/>
            <a:ext cx="167873" cy="201168"/>
          </a:xfrm>
          <a:prstGeom prst="rect">
            <a:avLst/>
          </a:prstGeom>
        </p:spPr>
      </p:pic>
      <p:sp>
        <p:nvSpPr>
          <p:cNvPr id="11" name="fixo:desenho"/>
          <p:cNvSpPr txBox="1"/>
          <p:nvPr/>
        </p:nvSpPr>
        <p:spPr>
          <a:xfrm>
            <a:off x="1143000" y="128930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Locafacil</a:t>
            </a:r>
            <a:endParaRPr lang="pt-BR" sz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ixo:desenho"/>
          <p:cNvSpPr txBox="1"/>
          <p:nvPr/>
        </p:nvSpPr>
        <p:spPr>
          <a:xfrm>
            <a:off x="1143000" y="14996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D9F2EC"/>
                </a:solidFill>
                <a:latin typeface="Arial"/>
              </a:rPr>
              <a:t>WhatsApp da loja</a:t>
            </a:r>
            <a:endParaRPr lang="pt-BR" sz="1000">
              <a:solidFill>
                <a:srgbClr val="D9F2EC"/>
              </a:solidFill>
              <a:latin typeface="Arial"/>
            </a:endParaRPr>
          </a:p>
        </p:txBody>
      </p:sp>
      <p:sp>
        <p:nvSpPr>
          <p:cNvPr id="13" name="fixo:desenho"/>
          <p:cNvSpPr/>
          <p:nvPr/>
        </p:nvSpPr>
        <p:spPr>
          <a:xfrm>
            <a:off x="1234440" y="192023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xo:desenho"/>
          <p:cNvSpPr txBox="1"/>
          <p:nvPr/>
        </p:nvSpPr>
        <p:spPr>
          <a:xfrm>
            <a:off x="1252728" y="194767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da Locafacil e gostaria de falar com um atendente.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5" name="fixo:desenho"/>
          <p:cNvSpPr txBox="1"/>
          <p:nvPr/>
        </p:nvSpPr>
        <p:spPr>
          <a:xfrm>
            <a:off x="4251959" y="235915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16" name="fixo:selo"/>
          <p:cNvSpPr/>
          <p:nvPr/>
        </p:nvSpPr>
        <p:spPr>
          <a:xfrm>
            <a:off x="905256" y="197510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17" name="fixo:desenho"/>
          <p:cNvSpPr/>
          <p:nvPr/>
        </p:nvSpPr>
        <p:spPr>
          <a:xfrm>
            <a:off x="1234440" y="2743199"/>
            <a:ext cx="3840479" cy="65836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xo:desenho"/>
          <p:cNvSpPr txBox="1"/>
          <p:nvPr/>
        </p:nvSpPr>
        <p:spPr>
          <a:xfrm>
            <a:off x="1252728" y="2770631"/>
            <a:ext cx="3803903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e quero uma proposta de frota para a minha empresa.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19" name="fixo:desenho"/>
          <p:cNvSpPr txBox="1"/>
          <p:nvPr/>
        </p:nvSpPr>
        <p:spPr>
          <a:xfrm>
            <a:off x="4251959" y="318211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20" name="fixo:selo"/>
          <p:cNvSpPr/>
          <p:nvPr/>
        </p:nvSpPr>
        <p:spPr>
          <a:xfrm>
            <a:off x="905256" y="279806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1" name="fixo:desenho"/>
          <p:cNvSpPr/>
          <p:nvPr/>
        </p:nvSpPr>
        <p:spPr>
          <a:xfrm>
            <a:off x="2159374" y="3566159"/>
            <a:ext cx="2915545" cy="475488"/>
          </a:xfrm>
          <a:prstGeom prst="roundRect">
            <a:avLst>
              <a:gd name="adj" fmla="val 12000"/>
            </a:avLst>
          </a:prstGeom>
          <a:solidFill>
            <a:srgbClr val="D9F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ixo:desenho"/>
          <p:cNvSpPr txBox="1"/>
          <p:nvPr/>
        </p:nvSpPr>
        <p:spPr>
          <a:xfrm>
            <a:off x="2177662" y="3593591"/>
            <a:ext cx="2878969" cy="27432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Arial"/>
              </a:rPr>
              <a:t>Olá! Vim pelo site da Locafacil.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23" name="fixo:desenho"/>
          <p:cNvSpPr txBox="1"/>
          <p:nvPr/>
        </p:nvSpPr>
        <p:spPr>
          <a:xfrm>
            <a:off x="4251959" y="382219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667781"/>
                </a:solidFill>
                <a:latin typeface="Arial"/>
              </a:rPr>
              <a:t>10:32</a:t>
            </a:r>
            <a:endParaRPr lang="pt-BR" sz="1000">
              <a:solidFill>
                <a:srgbClr val="667781"/>
              </a:solidFill>
              <a:latin typeface="Arial"/>
            </a:endParaRPr>
          </a:p>
        </p:txBody>
      </p:sp>
      <p:sp>
        <p:nvSpPr>
          <p:cNvPr id="24" name="fixo:selo"/>
          <p:cNvSpPr/>
          <p:nvPr/>
        </p:nvSpPr>
        <p:spPr>
          <a:xfrm>
            <a:off x="1830190" y="362102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25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Representação (não é captura): a frase já chega escrita no WhatsApp da loja.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fixo:rotulo:16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Assunto 6 de 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copy:empresas-contato-09-whatsapp-outr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Outro assunto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rotulo:17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9" name="copy:empresas-contato-09-whatsapp-outro-detalhe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Fale direto com a equipe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0" name="fixo:rotulo:18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1" name="copy:empresas-contato-09-whatsapp-outro-frase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da Locafacil e gostaria de falar com um atendente.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2" name="fixo:rotulo:19"/>
          <p:cNvSpPr txBox="1"/>
          <p:nvPr/>
        </p:nvSpPr>
        <p:spPr>
          <a:xfrm>
            <a:off x="5806440" y="26791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Primeira linha da mensagem que o formulário de cotação (Para Empresas) manda ao WhatsApp comercial; as respostas vêm embaixo, uma por linha.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3" name="copy:empresas-contato-09-whatsapp-abertura-cotacao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quero uma proposta de frota para a minha empresa.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4" name="fixo:rotulo:20"/>
          <p:cNvSpPr txBox="1"/>
          <p:nvPr/>
        </p:nvSpPr>
        <p:spPr>
          <a:xfrm>
            <a:off x="5806440" y="3645408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Primeira linha da mensagem que o formulário do Contato manda ao WhatsApp da loja; as respostas vêm embaixo, uma por linha.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5" name="copy:empresas-contato-09-whatsapp-abertura-contato"/>
          <p:cNvSpPr txBox="1"/>
          <p:nvPr/>
        </p:nvSpPr>
        <p:spPr>
          <a:xfrm>
            <a:off x="5806440" y="39867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da Locafacil.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6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7" name="obs:empresas-contato-09-whatsapp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Espaço livre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Última lâmina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exto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Escreva qualquer pedido que não coube nas lâminas: texto novo, seção nova, referência. Pode colar imagens aqui.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7" name="livre"/>
          <p:cNvSpPr txBox="1"/>
          <p:nvPr/>
        </p:nvSpPr>
        <p:spPr>
          <a:xfrm>
            <a:off x="365760" y="1645920"/>
            <a:ext cx="11460175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0A1628"/>
                </a:solidFill>
                <a:latin typeface="Arial"/>
              </a:rPr>
              <a:t/>
            </a:r>
            <a:endParaRPr lang="pt-BR" sz="14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